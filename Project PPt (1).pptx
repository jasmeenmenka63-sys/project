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sldIdLst>
    <p:sldId id="256" r:id="rId2"/>
    <p:sldId id="257" r:id="rId3"/>
    <p:sldId id="259" r:id="rId4"/>
    <p:sldId id="260" r:id="rId5"/>
    <p:sldId id="271" r:id="rId6"/>
    <p:sldId id="261" r:id="rId7"/>
    <p:sldId id="270" r:id="rId8"/>
    <p:sldId id="262" r:id="rId9"/>
    <p:sldId id="263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14BE1-D6F4-BE07-9FC9-4F5690A551BC}" v="8" dt="2026-07-18T03:42:01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CF6D9-2022-4F9D-98E8-335179C6D5F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F61261E-3403-4E62-B7B2-0654C68B152A}">
      <dgm:prSet/>
      <dgm:spPr/>
      <dgm:t>
        <a:bodyPr/>
        <a:lstStyle/>
        <a:p>
          <a:r>
            <a:rPr lang="en-GB" i="1" baseline="0"/>
            <a:t>1. Introduction</a:t>
          </a:r>
          <a:endParaRPr lang="en-US"/>
        </a:p>
      </dgm:t>
    </dgm:pt>
    <dgm:pt modelId="{79392F37-23FA-4B67-B75C-BD0481F68544}" type="parTrans" cxnId="{B79C9140-A67A-40F2-AB8D-95774E051893}">
      <dgm:prSet/>
      <dgm:spPr/>
      <dgm:t>
        <a:bodyPr/>
        <a:lstStyle/>
        <a:p>
          <a:endParaRPr lang="en-US"/>
        </a:p>
      </dgm:t>
    </dgm:pt>
    <dgm:pt modelId="{2BB68E2A-A610-438A-A9FB-A1732CEE0686}" type="sibTrans" cxnId="{B79C9140-A67A-40F2-AB8D-95774E051893}">
      <dgm:prSet/>
      <dgm:spPr/>
      <dgm:t>
        <a:bodyPr/>
        <a:lstStyle/>
        <a:p>
          <a:endParaRPr lang="en-US"/>
        </a:p>
      </dgm:t>
    </dgm:pt>
    <dgm:pt modelId="{5324DE04-CC0B-49F3-8928-9E4EB455E0C9}">
      <dgm:prSet/>
      <dgm:spPr/>
      <dgm:t>
        <a:bodyPr/>
        <a:lstStyle/>
        <a:p>
          <a:r>
            <a:rPr lang="en-GB" i="1" baseline="0">
              <a:latin typeface="Bell MT"/>
            </a:rPr>
            <a:t>3</a:t>
          </a:r>
          <a:r>
            <a:rPr lang="en-GB" i="1" baseline="0"/>
            <a:t>. Project Objectives</a:t>
          </a:r>
          <a:endParaRPr lang="en-US"/>
        </a:p>
      </dgm:t>
    </dgm:pt>
    <dgm:pt modelId="{5CC534E2-9B89-44D3-BA41-CE0689E86E0C}" type="parTrans" cxnId="{A8755B2D-DA36-4F82-843B-230C3DE30089}">
      <dgm:prSet/>
      <dgm:spPr/>
      <dgm:t>
        <a:bodyPr/>
        <a:lstStyle/>
        <a:p>
          <a:endParaRPr lang="en-US"/>
        </a:p>
      </dgm:t>
    </dgm:pt>
    <dgm:pt modelId="{3839B8BD-C8CD-40A3-AE18-9BBA8C854B9A}" type="sibTrans" cxnId="{A8755B2D-DA36-4F82-843B-230C3DE30089}">
      <dgm:prSet/>
      <dgm:spPr/>
      <dgm:t>
        <a:bodyPr/>
        <a:lstStyle/>
        <a:p>
          <a:endParaRPr lang="en-US"/>
        </a:p>
      </dgm:t>
    </dgm:pt>
    <dgm:pt modelId="{937C76C6-AF58-43D3-9CE0-376CE93F31FF}">
      <dgm:prSet/>
      <dgm:spPr/>
      <dgm:t>
        <a:bodyPr/>
        <a:lstStyle/>
        <a:p>
          <a:r>
            <a:rPr lang="en-GB" i="1" baseline="0">
              <a:latin typeface="Bell MT"/>
            </a:rPr>
            <a:t>5</a:t>
          </a:r>
          <a:r>
            <a:rPr lang="en-GB" i="1" baseline="0"/>
            <a:t>. Project Requirements</a:t>
          </a:r>
          <a:endParaRPr lang="en-US"/>
        </a:p>
      </dgm:t>
    </dgm:pt>
    <dgm:pt modelId="{497712E1-FB2F-406A-8205-0501A80151B7}" type="parTrans" cxnId="{FD03B1CF-CCC6-4111-B844-70BE6C0C79A3}">
      <dgm:prSet/>
      <dgm:spPr/>
      <dgm:t>
        <a:bodyPr/>
        <a:lstStyle/>
        <a:p>
          <a:endParaRPr lang="en-US"/>
        </a:p>
      </dgm:t>
    </dgm:pt>
    <dgm:pt modelId="{AF2F52EC-64B2-455F-83BE-A1498F4430B3}" type="sibTrans" cxnId="{FD03B1CF-CCC6-4111-B844-70BE6C0C79A3}">
      <dgm:prSet/>
      <dgm:spPr/>
      <dgm:t>
        <a:bodyPr/>
        <a:lstStyle/>
        <a:p>
          <a:endParaRPr lang="en-US"/>
        </a:p>
      </dgm:t>
    </dgm:pt>
    <dgm:pt modelId="{3DC53394-1E75-4A5D-A720-0F6AAAC9FFF0}">
      <dgm:prSet/>
      <dgm:spPr/>
      <dgm:t>
        <a:bodyPr/>
        <a:lstStyle/>
        <a:p>
          <a:r>
            <a:rPr lang="en-GB" i="1" baseline="0">
              <a:latin typeface="Bell MT"/>
            </a:rPr>
            <a:t>6</a:t>
          </a:r>
          <a:r>
            <a:rPr lang="en-GB" i="1" baseline="0"/>
            <a:t>. Data Collection and Preprocessing </a:t>
          </a:r>
          <a:endParaRPr lang="en-US"/>
        </a:p>
      </dgm:t>
    </dgm:pt>
    <dgm:pt modelId="{9D82DCA6-0B85-418D-9C32-0BE9350DF5F7}" type="parTrans" cxnId="{C4113C85-77C1-40EA-9DBC-49947757FF76}">
      <dgm:prSet/>
      <dgm:spPr/>
      <dgm:t>
        <a:bodyPr/>
        <a:lstStyle/>
        <a:p>
          <a:endParaRPr lang="en-US"/>
        </a:p>
      </dgm:t>
    </dgm:pt>
    <dgm:pt modelId="{E00D8626-AF95-45C5-A701-2F878C177594}" type="sibTrans" cxnId="{C4113C85-77C1-40EA-9DBC-49947757FF76}">
      <dgm:prSet/>
      <dgm:spPr/>
      <dgm:t>
        <a:bodyPr/>
        <a:lstStyle/>
        <a:p>
          <a:endParaRPr lang="en-US"/>
        </a:p>
      </dgm:t>
    </dgm:pt>
    <dgm:pt modelId="{690CAF1C-EFE9-4DD5-8B1C-0587ED61147E}">
      <dgm:prSet/>
      <dgm:spPr/>
      <dgm:t>
        <a:bodyPr/>
        <a:lstStyle/>
        <a:p>
          <a:r>
            <a:rPr lang="en-GB" i="1" baseline="0">
              <a:latin typeface="Bell MT"/>
            </a:rPr>
            <a:t>7</a:t>
          </a:r>
          <a:r>
            <a:rPr lang="en-GB" i="1" baseline="0"/>
            <a:t>. Results and Visualizations </a:t>
          </a:r>
          <a:endParaRPr lang="en-US"/>
        </a:p>
      </dgm:t>
    </dgm:pt>
    <dgm:pt modelId="{7F8F6B83-1C62-4BD9-924F-339F902DCFEA}" type="parTrans" cxnId="{2D3B6850-2D7B-4E12-94EF-2F36587EE1E2}">
      <dgm:prSet/>
      <dgm:spPr/>
      <dgm:t>
        <a:bodyPr/>
        <a:lstStyle/>
        <a:p>
          <a:endParaRPr lang="en-US"/>
        </a:p>
      </dgm:t>
    </dgm:pt>
    <dgm:pt modelId="{E81ECEFB-71D1-4299-AA9B-A44BD1083428}" type="sibTrans" cxnId="{2D3B6850-2D7B-4E12-94EF-2F36587EE1E2}">
      <dgm:prSet/>
      <dgm:spPr/>
      <dgm:t>
        <a:bodyPr/>
        <a:lstStyle/>
        <a:p>
          <a:endParaRPr lang="en-US"/>
        </a:p>
      </dgm:t>
    </dgm:pt>
    <dgm:pt modelId="{5F01693A-BA84-4DCD-BAE8-8DC653336E09}">
      <dgm:prSet/>
      <dgm:spPr/>
      <dgm:t>
        <a:bodyPr/>
        <a:lstStyle/>
        <a:p>
          <a:pPr rtl="0"/>
          <a:r>
            <a:rPr lang="en-GB" i="1" baseline="0">
              <a:latin typeface="Bell MT"/>
            </a:rPr>
            <a:t>9</a:t>
          </a:r>
          <a:r>
            <a:rPr lang="en-GB" i="1" baseline="0"/>
            <a:t>. </a:t>
          </a:r>
          <a:r>
            <a:rPr lang="en-GB" sz="1100" i="1">
              <a:latin typeface="Calibri"/>
              <a:ea typeface="Calibri"/>
              <a:cs typeface="Calibri"/>
            </a:rPr>
            <a:t>Future Scope</a:t>
          </a:r>
          <a:endParaRPr lang="en-US" i="1"/>
        </a:p>
      </dgm:t>
    </dgm:pt>
    <dgm:pt modelId="{BC34B035-0351-43CC-B3C3-C945959EC94E}" type="parTrans" cxnId="{30F7B89C-CE35-40EB-8BE1-0935D42AD7E6}">
      <dgm:prSet/>
      <dgm:spPr/>
      <dgm:t>
        <a:bodyPr/>
        <a:lstStyle/>
        <a:p>
          <a:endParaRPr lang="en-US"/>
        </a:p>
      </dgm:t>
    </dgm:pt>
    <dgm:pt modelId="{98292CCC-460D-40D2-8348-DF94EC249686}" type="sibTrans" cxnId="{30F7B89C-CE35-40EB-8BE1-0935D42AD7E6}">
      <dgm:prSet/>
      <dgm:spPr/>
      <dgm:t>
        <a:bodyPr/>
        <a:lstStyle/>
        <a:p>
          <a:endParaRPr lang="en-US"/>
        </a:p>
      </dgm:t>
    </dgm:pt>
    <dgm:pt modelId="{57D08259-BC17-4E8F-9536-FEAE5F80D540}">
      <dgm:prSet/>
      <dgm:spPr/>
      <dgm:t>
        <a:bodyPr/>
        <a:lstStyle/>
        <a:p>
          <a:pPr rtl="0"/>
          <a:r>
            <a:rPr lang="en-GB" i="1" baseline="0">
              <a:latin typeface="Bell MT"/>
            </a:rPr>
            <a:t>10</a:t>
          </a:r>
          <a:r>
            <a:rPr lang="en-GB" i="1" baseline="0"/>
            <a:t>.</a:t>
          </a:r>
          <a:r>
            <a:rPr lang="en-GB" i="1" baseline="0">
              <a:latin typeface="Bell MT"/>
            </a:rPr>
            <a:t> </a:t>
          </a:r>
          <a:r>
            <a:rPr lang="en-GB" i="1" baseline="0"/>
            <a:t>Thank You</a:t>
          </a:r>
          <a:endParaRPr lang="en-US" i="1"/>
        </a:p>
      </dgm:t>
    </dgm:pt>
    <dgm:pt modelId="{EF12B42D-8200-45EF-AB7B-5467C27C13AF}" type="parTrans" cxnId="{76D59806-8660-4493-AB35-BA611D9FCD1B}">
      <dgm:prSet/>
      <dgm:spPr/>
      <dgm:t>
        <a:bodyPr/>
        <a:lstStyle/>
        <a:p>
          <a:endParaRPr lang="en-US"/>
        </a:p>
      </dgm:t>
    </dgm:pt>
    <dgm:pt modelId="{803DD576-013D-4258-93A2-2A963A24BB14}" type="sibTrans" cxnId="{76D59806-8660-4493-AB35-BA611D9FCD1B}">
      <dgm:prSet/>
      <dgm:spPr/>
      <dgm:t>
        <a:bodyPr/>
        <a:lstStyle/>
        <a:p>
          <a:endParaRPr lang="en-US"/>
        </a:p>
      </dgm:t>
    </dgm:pt>
    <dgm:pt modelId="{F6E20722-CDAB-41BD-9EC5-A16C4F244E03}">
      <dgm:prSet phldrT="[Text]" phldr="0"/>
      <dgm:spPr/>
      <dgm:t>
        <a:bodyPr/>
        <a:lstStyle/>
        <a:p>
          <a:r>
            <a:rPr lang="en-GB" i="1" baseline="0">
              <a:latin typeface="Bell MT"/>
            </a:rPr>
            <a:t>8</a:t>
          </a:r>
          <a:r>
            <a:rPr lang="en-GB" i="1" baseline="0"/>
            <a:t>. </a:t>
          </a:r>
          <a:r>
            <a:rPr lang="en-GB" sz="1100" i="1">
              <a:latin typeface="Calibri"/>
              <a:ea typeface="Calibri"/>
              <a:cs typeface="Calibri"/>
            </a:rPr>
            <a:t>Conclusion</a:t>
          </a:r>
          <a:endParaRPr lang="en-GB" sz="1800" i="1"/>
        </a:p>
      </dgm:t>
    </dgm:pt>
    <dgm:pt modelId="{1076928B-70E7-449A-A81C-AD28C5C17F0F}" type="parTrans" cxnId="{AED82075-0E25-4AF6-BC38-B111B626CA6D}">
      <dgm:prSet/>
      <dgm:spPr/>
    </dgm:pt>
    <dgm:pt modelId="{3D4FA664-E4BC-470B-92F1-5342DCD6D4A8}" type="sibTrans" cxnId="{AED82075-0E25-4AF6-BC38-B111B626CA6D}">
      <dgm:prSet/>
      <dgm:spPr/>
    </dgm:pt>
    <dgm:pt modelId="{A0C05D14-189C-4F60-83D4-937F998465FF}">
      <dgm:prSet phldrT="[Text]" phldr="0" custT="1"/>
      <dgm:spPr/>
      <dgm:t>
        <a:bodyPr/>
        <a:lstStyle/>
        <a:p>
          <a:pPr rtl="0"/>
          <a:r>
            <a:rPr lang="en-GB" sz="2800" b="0" i="1" baseline="0">
              <a:latin typeface="Bell MT"/>
            </a:rPr>
            <a:t>4. Features</a:t>
          </a:r>
        </a:p>
      </dgm:t>
    </dgm:pt>
    <dgm:pt modelId="{72E32979-B9BE-46C7-8E19-EAC3DB3B2F92}" type="parTrans" cxnId="{1528AC72-7CCF-4017-896B-3E1AC7E5239B}">
      <dgm:prSet/>
      <dgm:spPr/>
    </dgm:pt>
    <dgm:pt modelId="{E2AC02F6-F8BF-4E34-8DC3-748B3C298972}" type="sibTrans" cxnId="{1528AC72-7CCF-4017-896B-3E1AC7E5239B}">
      <dgm:prSet/>
      <dgm:spPr/>
    </dgm:pt>
    <dgm:pt modelId="{19B581E5-5D71-45CC-ACF9-880E43B613CA}">
      <dgm:prSet phldrT="[Text]" phldr="0" custT="1"/>
      <dgm:spPr/>
      <dgm:t>
        <a:bodyPr/>
        <a:lstStyle/>
        <a:p>
          <a:pPr rtl="0"/>
          <a:r>
            <a:rPr lang="en-GB" sz="2400" i="1" baseline="0">
              <a:latin typeface="Bell MT"/>
            </a:rPr>
            <a:t>2</a:t>
          </a:r>
          <a:r>
            <a:rPr lang="en-GB" i="1" baseline="0">
              <a:latin typeface="Bell MT"/>
            </a:rPr>
            <a:t>.</a:t>
          </a:r>
          <a:r>
            <a:rPr lang="en-GB" sz="2800" i="1" baseline="0">
              <a:latin typeface="Bell MT"/>
            </a:rPr>
            <a:t> Problem statement</a:t>
          </a:r>
        </a:p>
      </dgm:t>
    </dgm:pt>
    <dgm:pt modelId="{0914F9BF-B316-45E5-AEDE-A18D3E2BD36E}" type="parTrans" cxnId="{F78938EB-C589-482B-80D4-9E0307F58831}">
      <dgm:prSet/>
      <dgm:spPr/>
    </dgm:pt>
    <dgm:pt modelId="{470B9F9D-C891-40A5-9173-D8F7BA9FE3B9}" type="sibTrans" cxnId="{F78938EB-C589-482B-80D4-9E0307F58831}">
      <dgm:prSet/>
      <dgm:spPr/>
    </dgm:pt>
    <dgm:pt modelId="{8E5BC3FC-730E-4BA5-BB62-572456DAAD84}" type="pres">
      <dgm:prSet presAssocID="{007CF6D9-2022-4F9D-98E8-335179C6D5FB}" presName="vert0" presStyleCnt="0">
        <dgm:presLayoutVars>
          <dgm:dir/>
          <dgm:animOne val="branch"/>
          <dgm:animLvl val="lvl"/>
        </dgm:presLayoutVars>
      </dgm:prSet>
      <dgm:spPr/>
    </dgm:pt>
    <dgm:pt modelId="{F91BA095-80A3-445D-9668-05F2CC72E67B}" type="pres">
      <dgm:prSet presAssocID="{3F61261E-3403-4E62-B7B2-0654C68B152A}" presName="thickLine" presStyleLbl="alignNode1" presStyleIdx="0" presStyleCnt="10"/>
      <dgm:spPr/>
    </dgm:pt>
    <dgm:pt modelId="{540F6259-4FC3-44C0-A408-684E70C6951C}" type="pres">
      <dgm:prSet presAssocID="{3F61261E-3403-4E62-B7B2-0654C68B152A}" presName="horz1" presStyleCnt="0"/>
      <dgm:spPr/>
    </dgm:pt>
    <dgm:pt modelId="{FB0EB812-DA5C-488D-B163-DB7692133B63}" type="pres">
      <dgm:prSet presAssocID="{3F61261E-3403-4E62-B7B2-0654C68B152A}" presName="tx1" presStyleLbl="revTx" presStyleIdx="0" presStyleCnt="10"/>
      <dgm:spPr/>
    </dgm:pt>
    <dgm:pt modelId="{93A7D7C5-3B27-497F-8611-41C10676E535}" type="pres">
      <dgm:prSet presAssocID="{3F61261E-3403-4E62-B7B2-0654C68B152A}" presName="vert1" presStyleCnt="0"/>
      <dgm:spPr/>
    </dgm:pt>
    <dgm:pt modelId="{78D54E94-DD50-4449-B094-5B1ADC6409B0}" type="pres">
      <dgm:prSet presAssocID="{19B581E5-5D71-45CC-ACF9-880E43B613CA}" presName="thickLine" presStyleLbl="alignNode1" presStyleIdx="1" presStyleCnt="10"/>
      <dgm:spPr/>
    </dgm:pt>
    <dgm:pt modelId="{5930ECD6-0605-48FC-AC3E-A0FF5F3AB72D}" type="pres">
      <dgm:prSet presAssocID="{19B581E5-5D71-45CC-ACF9-880E43B613CA}" presName="horz1" presStyleCnt="0"/>
      <dgm:spPr/>
    </dgm:pt>
    <dgm:pt modelId="{AE039848-D0B3-4609-B33C-D7DFFA0EC631}" type="pres">
      <dgm:prSet presAssocID="{19B581E5-5D71-45CC-ACF9-880E43B613CA}" presName="tx1" presStyleLbl="revTx" presStyleIdx="1" presStyleCnt="10"/>
      <dgm:spPr/>
    </dgm:pt>
    <dgm:pt modelId="{3DC05117-35E8-4A03-BFA1-AADC9DAC064D}" type="pres">
      <dgm:prSet presAssocID="{19B581E5-5D71-45CC-ACF9-880E43B613CA}" presName="vert1" presStyleCnt="0"/>
      <dgm:spPr/>
    </dgm:pt>
    <dgm:pt modelId="{7FC89984-7018-4778-8299-532F5ACF3987}" type="pres">
      <dgm:prSet presAssocID="{5324DE04-CC0B-49F3-8928-9E4EB455E0C9}" presName="thickLine" presStyleLbl="alignNode1" presStyleIdx="2" presStyleCnt="10"/>
      <dgm:spPr/>
    </dgm:pt>
    <dgm:pt modelId="{4502D83F-F800-4D1B-AAA7-08304E8408D3}" type="pres">
      <dgm:prSet presAssocID="{5324DE04-CC0B-49F3-8928-9E4EB455E0C9}" presName="horz1" presStyleCnt="0"/>
      <dgm:spPr/>
    </dgm:pt>
    <dgm:pt modelId="{9529FF45-2312-42D3-881A-F3085226AE7B}" type="pres">
      <dgm:prSet presAssocID="{5324DE04-CC0B-49F3-8928-9E4EB455E0C9}" presName="tx1" presStyleLbl="revTx" presStyleIdx="2" presStyleCnt="10"/>
      <dgm:spPr/>
    </dgm:pt>
    <dgm:pt modelId="{DC1869FE-9EDB-4064-B7BF-D610E05E1619}" type="pres">
      <dgm:prSet presAssocID="{5324DE04-CC0B-49F3-8928-9E4EB455E0C9}" presName="vert1" presStyleCnt="0"/>
      <dgm:spPr/>
    </dgm:pt>
    <dgm:pt modelId="{043BBD1F-85E2-4485-98CA-83B246BAF0F4}" type="pres">
      <dgm:prSet presAssocID="{A0C05D14-189C-4F60-83D4-937F998465FF}" presName="thickLine" presStyleLbl="alignNode1" presStyleIdx="3" presStyleCnt="10"/>
      <dgm:spPr/>
    </dgm:pt>
    <dgm:pt modelId="{8151A92D-9644-4C38-BD37-D131C6A4D00A}" type="pres">
      <dgm:prSet presAssocID="{A0C05D14-189C-4F60-83D4-937F998465FF}" presName="horz1" presStyleCnt="0"/>
      <dgm:spPr/>
    </dgm:pt>
    <dgm:pt modelId="{19340A71-FEC4-4E88-93F4-F32992455579}" type="pres">
      <dgm:prSet presAssocID="{A0C05D14-189C-4F60-83D4-937F998465FF}" presName="tx1" presStyleLbl="revTx" presStyleIdx="3" presStyleCnt="10"/>
      <dgm:spPr/>
    </dgm:pt>
    <dgm:pt modelId="{DD2D73C6-A10D-4D03-902E-71EEFD5FF2CB}" type="pres">
      <dgm:prSet presAssocID="{A0C05D14-189C-4F60-83D4-937F998465FF}" presName="vert1" presStyleCnt="0"/>
      <dgm:spPr/>
    </dgm:pt>
    <dgm:pt modelId="{30BF07AA-B251-460B-A38D-CB423C9F222A}" type="pres">
      <dgm:prSet presAssocID="{937C76C6-AF58-43D3-9CE0-376CE93F31FF}" presName="thickLine" presStyleLbl="alignNode1" presStyleIdx="4" presStyleCnt="10"/>
      <dgm:spPr/>
    </dgm:pt>
    <dgm:pt modelId="{383B38BB-B28C-4F09-90D4-0464B444E23F}" type="pres">
      <dgm:prSet presAssocID="{937C76C6-AF58-43D3-9CE0-376CE93F31FF}" presName="horz1" presStyleCnt="0"/>
      <dgm:spPr/>
    </dgm:pt>
    <dgm:pt modelId="{14FC817A-FCC6-4132-A4A9-256D14BC1E50}" type="pres">
      <dgm:prSet presAssocID="{937C76C6-AF58-43D3-9CE0-376CE93F31FF}" presName="tx1" presStyleLbl="revTx" presStyleIdx="4" presStyleCnt="10"/>
      <dgm:spPr/>
    </dgm:pt>
    <dgm:pt modelId="{CC469DC6-B4A0-4D41-9AD3-C8ED250CBF75}" type="pres">
      <dgm:prSet presAssocID="{937C76C6-AF58-43D3-9CE0-376CE93F31FF}" presName="vert1" presStyleCnt="0"/>
      <dgm:spPr/>
    </dgm:pt>
    <dgm:pt modelId="{DA725CEB-632D-41FF-BA0D-1F7A6B962C38}" type="pres">
      <dgm:prSet presAssocID="{3DC53394-1E75-4A5D-A720-0F6AAAC9FFF0}" presName="thickLine" presStyleLbl="alignNode1" presStyleIdx="5" presStyleCnt="10"/>
      <dgm:spPr/>
    </dgm:pt>
    <dgm:pt modelId="{E50AA85F-022F-4093-BBDA-8CDCCCB93928}" type="pres">
      <dgm:prSet presAssocID="{3DC53394-1E75-4A5D-A720-0F6AAAC9FFF0}" presName="horz1" presStyleCnt="0"/>
      <dgm:spPr/>
    </dgm:pt>
    <dgm:pt modelId="{664611A3-7E95-4AD5-860B-349CF300AA1B}" type="pres">
      <dgm:prSet presAssocID="{3DC53394-1E75-4A5D-A720-0F6AAAC9FFF0}" presName="tx1" presStyleLbl="revTx" presStyleIdx="5" presStyleCnt="10"/>
      <dgm:spPr/>
    </dgm:pt>
    <dgm:pt modelId="{CC119823-5C56-4A8F-B364-16E41E730B68}" type="pres">
      <dgm:prSet presAssocID="{3DC53394-1E75-4A5D-A720-0F6AAAC9FFF0}" presName="vert1" presStyleCnt="0"/>
      <dgm:spPr/>
    </dgm:pt>
    <dgm:pt modelId="{13FF2F61-3608-48F1-A939-D5E05CDC44D9}" type="pres">
      <dgm:prSet presAssocID="{690CAF1C-EFE9-4DD5-8B1C-0587ED61147E}" presName="thickLine" presStyleLbl="alignNode1" presStyleIdx="6" presStyleCnt="10"/>
      <dgm:spPr/>
    </dgm:pt>
    <dgm:pt modelId="{3DF63FFF-AFF5-499F-8A45-233C4769E7F3}" type="pres">
      <dgm:prSet presAssocID="{690CAF1C-EFE9-4DD5-8B1C-0587ED61147E}" presName="horz1" presStyleCnt="0"/>
      <dgm:spPr/>
    </dgm:pt>
    <dgm:pt modelId="{9F3B922C-0F52-4B6A-A7F8-C8C3C2DC06D4}" type="pres">
      <dgm:prSet presAssocID="{690CAF1C-EFE9-4DD5-8B1C-0587ED61147E}" presName="tx1" presStyleLbl="revTx" presStyleIdx="6" presStyleCnt="10"/>
      <dgm:spPr/>
    </dgm:pt>
    <dgm:pt modelId="{4B0087D6-527A-4F5F-B1F0-CF0D7CCB17C5}" type="pres">
      <dgm:prSet presAssocID="{690CAF1C-EFE9-4DD5-8B1C-0587ED61147E}" presName="vert1" presStyleCnt="0"/>
      <dgm:spPr/>
    </dgm:pt>
    <dgm:pt modelId="{16D012FE-795B-4F49-A58D-E23178D97EA6}" type="pres">
      <dgm:prSet presAssocID="{F6E20722-CDAB-41BD-9EC5-A16C4F244E03}" presName="thickLine" presStyleLbl="alignNode1" presStyleIdx="7" presStyleCnt="10"/>
      <dgm:spPr/>
    </dgm:pt>
    <dgm:pt modelId="{F5E01ACA-09F7-4F8C-80E8-1CDA0137626D}" type="pres">
      <dgm:prSet presAssocID="{F6E20722-CDAB-41BD-9EC5-A16C4F244E03}" presName="horz1" presStyleCnt="0"/>
      <dgm:spPr/>
    </dgm:pt>
    <dgm:pt modelId="{65AD0F10-FE51-4937-BC2C-8DF4EDBC56AC}" type="pres">
      <dgm:prSet presAssocID="{F6E20722-CDAB-41BD-9EC5-A16C4F244E03}" presName="tx1" presStyleLbl="revTx" presStyleIdx="7" presStyleCnt="10"/>
      <dgm:spPr/>
    </dgm:pt>
    <dgm:pt modelId="{7DE82034-6D54-4A12-A8B6-F1183CFCA177}" type="pres">
      <dgm:prSet presAssocID="{F6E20722-CDAB-41BD-9EC5-A16C4F244E03}" presName="vert1" presStyleCnt="0"/>
      <dgm:spPr/>
    </dgm:pt>
    <dgm:pt modelId="{7C90FF8F-2FDF-4049-8957-1F2ECD5F603C}" type="pres">
      <dgm:prSet presAssocID="{5F01693A-BA84-4DCD-BAE8-8DC653336E09}" presName="thickLine" presStyleLbl="alignNode1" presStyleIdx="8" presStyleCnt="10"/>
      <dgm:spPr/>
    </dgm:pt>
    <dgm:pt modelId="{177B5172-5555-4102-A3A7-6B8F129B2F15}" type="pres">
      <dgm:prSet presAssocID="{5F01693A-BA84-4DCD-BAE8-8DC653336E09}" presName="horz1" presStyleCnt="0"/>
      <dgm:spPr/>
    </dgm:pt>
    <dgm:pt modelId="{B29F160F-4DAE-46B2-895E-0DBEBF51BA48}" type="pres">
      <dgm:prSet presAssocID="{5F01693A-BA84-4DCD-BAE8-8DC653336E09}" presName="tx1" presStyleLbl="revTx" presStyleIdx="8" presStyleCnt="10"/>
      <dgm:spPr/>
    </dgm:pt>
    <dgm:pt modelId="{42332A94-2A4A-4DFA-927A-A8CFD8313AF7}" type="pres">
      <dgm:prSet presAssocID="{5F01693A-BA84-4DCD-BAE8-8DC653336E09}" presName="vert1" presStyleCnt="0"/>
      <dgm:spPr/>
    </dgm:pt>
    <dgm:pt modelId="{90EC6770-1F57-4F6A-924A-FD612E32AA36}" type="pres">
      <dgm:prSet presAssocID="{57D08259-BC17-4E8F-9536-FEAE5F80D540}" presName="thickLine" presStyleLbl="alignNode1" presStyleIdx="9" presStyleCnt="10"/>
      <dgm:spPr/>
    </dgm:pt>
    <dgm:pt modelId="{732A68C7-E480-4ECE-B632-6FD3FEA81F44}" type="pres">
      <dgm:prSet presAssocID="{57D08259-BC17-4E8F-9536-FEAE5F80D540}" presName="horz1" presStyleCnt="0"/>
      <dgm:spPr/>
    </dgm:pt>
    <dgm:pt modelId="{799F1401-6783-4AF0-8058-C0E2D0909203}" type="pres">
      <dgm:prSet presAssocID="{57D08259-BC17-4E8F-9536-FEAE5F80D540}" presName="tx1" presStyleLbl="revTx" presStyleIdx="9" presStyleCnt="10"/>
      <dgm:spPr/>
    </dgm:pt>
    <dgm:pt modelId="{3513F68C-2D93-448F-BCBA-5C20A851AE1F}" type="pres">
      <dgm:prSet presAssocID="{57D08259-BC17-4E8F-9536-FEAE5F80D540}" presName="vert1" presStyleCnt="0"/>
      <dgm:spPr/>
    </dgm:pt>
  </dgm:ptLst>
  <dgm:cxnLst>
    <dgm:cxn modelId="{76D59806-8660-4493-AB35-BA611D9FCD1B}" srcId="{007CF6D9-2022-4F9D-98E8-335179C6D5FB}" destId="{57D08259-BC17-4E8F-9536-FEAE5F80D540}" srcOrd="9" destOrd="0" parTransId="{EF12B42D-8200-45EF-AB7B-5467C27C13AF}" sibTransId="{803DD576-013D-4258-93A2-2A963A24BB14}"/>
    <dgm:cxn modelId="{623EF01B-5502-47B2-8DDF-CF63731D8592}" type="presOf" srcId="{19B581E5-5D71-45CC-ACF9-880E43B613CA}" destId="{AE039848-D0B3-4609-B33C-D7DFFA0EC631}" srcOrd="0" destOrd="0" presId="urn:microsoft.com/office/officeart/2008/layout/LinedList"/>
    <dgm:cxn modelId="{A8755B2D-DA36-4F82-843B-230C3DE30089}" srcId="{007CF6D9-2022-4F9D-98E8-335179C6D5FB}" destId="{5324DE04-CC0B-49F3-8928-9E4EB455E0C9}" srcOrd="2" destOrd="0" parTransId="{5CC534E2-9B89-44D3-BA41-CE0689E86E0C}" sibTransId="{3839B8BD-C8CD-40A3-AE18-9BBA8C854B9A}"/>
    <dgm:cxn modelId="{976BDC33-00DF-4401-BFF9-AE0B71E47161}" type="presOf" srcId="{3DC53394-1E75-4A5D-A720-0F6AAAC9FFF0}" destId="{664611A3-7E95-4AD5-860B-349CF300AA1B}" srcOrd="0" destOrd="0" presId="urn:microsoft.com/office/officeart/2008/layout/LinedList"/>
    <dgm:cxn modelId="{B79C9140-A67A-40F2-AB8D-95774E051893}" srcId="{007CF6D9-2022-4F9D-98E8-335179C6D5FB}" destId="{3F61261E-3403-4E62-B7B2-0654C68B152A}" srcOrd="0" destOrd="0" parTransId="{79392F37-23FA-4B67-B75C-BD0481F68544}" sibTransId="{2BB68E2A-A610-438A-A9FB-A1732CEE0686}"/>
    <dgm:cxn modelId="{023E7162-43C9-4C8A-87E9-7D7B0DADFF80}" type="presOf" srcId="{007CF6D9-2022-4F9D-98E8-335179C6D5FB}" destId="{8E5BC3FC-730E-4BA5-BB62-572456DAAD84}" srcOrd="0" destOrd="0" presId="urn:microsoft.com/office/officeart/2008/layout/LinedList"/>
    <dgm:cxn modelId="{2D3B6850-2D7B-4E12-94EF-2F36587EE1E2}" srcId="{007CF6D9-2022-4F9D-98E8-335179C6D5FB}" destId="{690CAF1C-EFE9-4DD5-8B1C-0587ED61147E}" srcOrd="6" destOrd="0" parTransId="{7F8F6B83-1C62-4BD9-924F-339F902DCFEA}" sibTransId="{E81ECEFB-71D1-4299-AA9B-A44BD1083428}"/>
    <dgm:cxn modelId="{AB098B71-03D9-4132-A2F6-E218B212A4C6}" type="presOf" srcId="{3F61261E-3403-4E62-B7B2-0654C68B152A}" destId="{FB0EB812-DA5C-488D-B163-DB7692133B63}" srcOrd="0" destOrd="0" presId="urn:microsoft.com/office/officeart/2008/layout/LinedList"/>
    <dgm:cxn modelId="{1528AC72-7CCF-4017-896B-3E1AC7E5239B}" srcId="{007CF6D9-2022-4F9D-98E8-335179C6D5FB}" destId="{A0C05D14-189C-4F60-83D4-937F998465FF}" srcOrd="3" destOrd="0" parTransId="{72E32979-B9BE-46C7-8E19-EAC3DB3B2F92}" sibTransId="{E2AC02F6-F8BF-4E34-8DC3-748B3C298972}"/>
    <dgm:cxn modelId="{AED82075-0E25-4AF6-BC38-B111B626CA6D}" srcId="{007CF6D9-2022-4F9D-98E8-335179C6D5FB}" destId="{F6E20722-CDAB-41BD-9EC5-A16C4F244E03}" srcOrd="7" destOrd="0" parTransId="{1076928B-70E7-449A-A81C-AD28C5C17F0F}" sibTransId="{3D4FA664-E4BC-470B-92F1-5342DCD6D4A8}"/>
    <dgm:cxn modelId="{A8947458-6AF2-485D-A70D-7F2A5B7D4E26}" type="presOf" srcId="{5F01693A-BA84-4DCD-BAE8-8DC653336E09}" destId="{B29F160F-4DAE-46B2-895E-0DBEBF51BA48}" srcOrd="0" destOrd="0" presId="urn:microsoft.com/office/officeart/2008/layout/LinedList"/>
    <dgm:cxn modelId="{C4113C85-77C1-40EA-9DBC-49947757FF76}" srcId="{007CF6D9-2022-4F9D-98E8-335179C6D5FB}" destId="{3DC53394-1E75-4A5D-A720-0F6AAAC9FFF0}" srcOrd="5" destOrd="0" parTransId="{9D82DCA6-0B85-418D-9C32-0BE9350DF5F7}" sibTransId="{E00D8626-AF95-45C5-A701-2F878C177594}"/>
    <dgm:cxn modelId="{30F7B89C-CE35-40EB-8BE1-0935D42AD7E6}" srcId="{007CF6D9-2022-4F9D-98E8-335179C6D5FB}" destId="{5F01693A-BA84-4DCD-BAE8-8DC653336E09}" srcOrd="8" destOrd="0" parTransId="{BC34B035-0351-43CC-B3C3-C945959EC94E}" sibTransId="{98292CCC-460D-40D2-8348-DF94EC249686}"/>
    <dgm:cxn modelId="{D8CB5DA9-DE4D-4556-97AF-796DCBECC1EA}" type="presOf" srcId="{690CAF1C-EFE9-4DD5-8B1C-0587ED61147E}" destId="{9F3B922C-0F52-4B6A-A7F8-C8C3C2DC06D4}" srcOrd="0" destOrd="0" presId="urn:microsoft.com/office/officeart/2008/layout/LinedList"/>
    <dgm:cxn modelId="{790AD0B2-E906-4A31-BD56-F881876C922F}" type="presOf" srcId="{5324DE04-CC0B-49F3-8928-9E4EB455E0C9}" destId="{9529FF45-2312-42D3-881A-F3085226AE7B}" srcOrd="0" destOrd="0" presId="urn:microsoft.com/office/officeart/2008/layout/LinedList"/>
    <dgm:cxn modelId="{2C4A24C6-9631-4013-B3DD-A936E08A4FD0}" type="presOf" srcId="{57D08259-BC17-4E8F-9536-FEAE5F80D540}" destId="{799F1401-6783-4AF0-8058-C0E2D0909203}" srcOrd="0" destOrd="0" presId="urn:microsoft.com/office/officeart/2008/layout/LinedList"/>
    <dgm:cxn modelId="{FD03B1CF-CCC6-4111-B844-70BE6C0C79A3}" srcId="{007CF6D9-2022-4F9D-98E8-335179C6D5FB}" destId="{937C76C6-AF58-43D3-9CE0-376CE93F31FF}" srcOrd="4" destOrd="0" parTransId="{497712E1-FB2F-406A-8205-0501A80151B7}" sibTransId="{AF2F52EC-64B2-455F-83BE-A1498F4430B3}"/>
    <dgm:cxn modelId="{9FDF8FD3-6122-42BE-82AE-A3C538050883}" type="presOf" srcId="{A0C05D14-189C-4F60-83D4-937F998465FF}" destId="{19340A71-FEC4-4E88-93F4-F32992455579}" srcOrd="0" destOrd="0" presId="urn:microsoft.com/office/officeart/2008/layout/LinedList"/>
    <dgm:cxn modelId="{0CF22CE7-AF64-417A-A4F0-8F36AF10251D}" type="presOf" srcId="{937C76C6-AF58-43D3-9CE0-376CE93F31FF}" destId="{14FC817A-FCC6-4132-A4A9-256D14BC1E50}" srcOrd="0" destOrd="0" presId="urn:microsoft.com/office/officeart/2008/layout/LinedList"/>
    <dgm:cxn modelId="{EAC233E9-253A-4EE5-92CB-309E62642843}" type="presOf" srcId="{F6E20722-CDAB-41BD-9EC5-A16C4F244E03}" destId="{65AD0F10-FE51-4937-BC2C-8DF4EDBC56AC}" srcOrd="0" destOrd="0" presId="urn:microsoft.com/office/officeart/2008/layout/LinedList"/>
    <dgm:cxn modelId="{F78938EB-C589-482B-80D4-9E0307F58831}" srcId="{007CF6D9-2022-4F9D-98E8-335179C6D5FB}" destId="{19B581E5-5D71-45CC-ACF9-880E43B613CA}" srcOrd="1" destOrd="0" parTransId="{0914F9BF-B316-45E5-AEDE-A18D3E2BD36E}" sibTransId="{470B9F9D-C891-40A5-9173-D8F7BA9FE3B9}"/>
    <dgm:cxn modelId="{0ED9CF60-D434-4EF1-840D-843A823B9FDF}" type="presParOf" srcId="{8E5BC3FC-730E-4BA5-BB62-572456DAAD84}" destId="{F91BA095-80A3-445D-9668-05F2CC72E67B}" srcOrd="0" destOrd="0" presId="urn:microsoft.com/office/officeart/2008/layout/LinedList"/>
    <dgm:cxn modelId="{38F6C899-0C00-4D5E-A8AB-C07930C52F6C}" type="presParOf" srcId="{8E5BC3FC-730E-4BA5-BB62-572456DAAD84}" destId="{540F6259-4FC3-44C0-A408-684E70C6951C}" srcOrd="1" destOrd="0" presId="urn:microsoft.com/office/officeart/2008/layout/LinedList"/>
    <dgm:cxn modelId="{9F01FA79-F747-4BF6-BD24-3D46D79B124B}" type="presParOf" srcId="{540F6259-4FC3-44C0-A408-684E70C6951C}" destId="{FB0EB812-DA5C-488D-B163-DB7692133B63}" srcOrd="0" destOrd="0" presId="urn:microsoft.com/office/officeart/2008/layout/LinedList"/>
    <dgm:cxn modelId="{164AFA1A-85DA-40B9-AE94-83B567A85B2A}" type="presParOf" srcId="{540F6259-4FC3-44C0-A408-684E70C6951C}" destId="{93A7D7C5-3B27-497F-8611-41C10676E535}" srcOrd="1" destOrd="0" presId="urn:microsoft.com/office/officeart/2008/layout/LinedList"/>
    <dgm:cxn modelId="{BDA50DEC-DC79-4B95-957A-ABA4E85A531C}" type="presParOf" srcId="{8E5BC3FC-730E-4BA5-BB62-572456DAAD84}" destId="{78D54E94-DD50-4449-B094-5B1ADC6409B0}" srcOrd="2" destOrd="0" presId="urn:microsoft.com/office/officeart/2008/layout/LinedList"/>
    <dgm:cxn modelId="{E706A997-5997-4021-9724-F69BFC57CD7D}" type="presParOf" srcId="{8E5BC3FC-730E-4BA5-BB62-572456DAAD84}" destId="{5930ECD6-0605-48FC-AC3E-A0FF5F3AB72D}" srcOrd="3" destOrd="0" presId="urn:microsoft.com/office/officeart/2008/layout/LinedList"/>
    <dgm:cxn modelId="{8008EBD5-D4E7-40AE-BAC5-E852A5D5370B}" type="presParOf" srcId="{5930ECD6-0605-48FC-AC3E-A0FF5F3AB72D}" destId="{AE039848-D0B3-4609-B33C-D7DFFA0EC631}" srcOrd="0" destOrd="0" presId="urn:microsoft.com/office/officeart/2008/layout/LinedList"/>
    <dgm:cxn modelId="{00263449-34F9-4827-AE96-5B1853513179}" type="presParOf" srcId="{5930ECD6-0605-48FC-AC3E-A0FF5F3AB72D}" destId="{3DC05117-35E8-4A03-BFA1-AADC9DAC064D}" srcOrd="1" destOrd="0" presId="urn:microsoft.com/office/officeart/2008/layout/LinedList"/>
    <dgm:cxn modelId="{0C4F5276-176F-4E77-8AF0-C472D22FA17A}" type="presParOf" srcId="{8E5BC3FC-730E-4BA5-BB62-572456DAAD84}" destId="{7FC89984-7018-4778-8299-532F5ACF3987}" srcOrd="4" destOrd="0" presId="urn:microsoft.com/office/officeart/2008/layout/LinedList"/>
    <dgm:cxn modelId="{1BAC3A04-DEE1-45A7-BDF7-B30D53645D64}" type="presParOf" srcId="{8E5BC3FC-730E-4BA5-BB62-572456DAAD84}" destId="{4502D83F-F800-4D1B-AAA7-08304E8408D3}" srcOrd="5" destOrd="0" presId="urn:microsoft.com/office/officeart/2008/layout/LinedList"/>
    <dgm:cxn modelId="{D66C0406-F150-48EB-BB1F-AA3EB8E12BB0}" type="presParOf" srcId="{4502D83F-F800-4D1B-AAA7-08304E8408D3}" destId="{9529FF45-2312-42D3-881A-F3085226AE7B}" srcOrd="0" destOrd="0" presId="urn:microsoft.com/office/officeart/2008/layout/LinedList"/>
    <dgm:cxn modelId="{41A189F1-D780-4552-B24D-C3A68C858CA6}" type="presParOf" srcId="{4502D83F-F800-4D1B-AAA7-08304E8408D3}" destId="{DC1869FE-9EDB-4064-B7BF-D610E05E1619}" srcOrd="1" destOrd="0" presId="urn:microsoft.com/office/officeart/2008/layout/LinedList"/>
    <dgm:cxn modelId="{72F92FEE-EB2C-4FCC-B9E6-1C28BB868A94}" type="presParOf" srcId="{8E5BC3FC-730E-4BA5-BB62-572456DAAD84}" destId="{043BBD1F-85E2-4485-98CA-83B246BAF0F4}" srcOrd="6" destOrd="0" presId="urn:microsoft.com/office/officeart/2008/layout/LinedList"/>
    <dgm:cxn modelId="{C051666B-7B97-4843-AE9D-7BD4EB96E05D}" type="presParOf" srcId="{8E5BC3FC-730E-4BA5-BB62-572456DAAD84}" destId="{8151A92D-9644-4C38-BD37-D131C6A4D00A}" srcOrd="7" destOrd="0" presId="urn:microsoft.com/office/officeart/2008/layout/LinedList"/>
    <dgm:cxn modelId="{5BA809AF-3A87-436B-921E-02561B9CA662}" type="presParOf" srcId="{8151A92D-9644-4C38-BD37-D131C6A4D00A}" destId="{19340A71-FEC4-4E88-93F4-F32992455579}" srcOrd="0" destOrd="0" presId="urn:microsoft.com/office/officeart/2008/layout/LinedList"/>
    <dgm:cxn modelId="{A0C2249F-3B66-46BD-ABBC-A86EB64E3FCA}" type="presParOf" srcId="{8151A92D-9644-4C38-BD37-D131C6A4D00A}" destId="{DD2D73C6-A10D-4D03-902E-71EEFD5FF2CB}" srcOrd="1" destOrd="0" presId="urn:microsoft.com/office/officeart/2008/layout/LinedList"/>
    <dgm:cxn modelId="{D261BE68-3B81-4E3D-A266-A08931D8C120}" type="presParOf" srcId="{8E5BC3FC-730E-4BA5-BB62-572456DAAD84}" destId="{30BF07AA-B251-460B-A38D-CB423C9F222A}" srcOrd="8" destOrd="0" presId="urn:microsoft.com/office/officeart/2008/layout/LinedList"/>
    <dgm:cxn modelId="{F81A2D06-0699-4DCD-8706-0A74F8A8D32B}" type="presParOf" srcId="{8E5BC3FC-730E-4BA5-BB62-572456DAAD84}" destId="{383B38BB-B28C-4F09-90D4-0464B444E23F}" srcOrd="9" destOrd="0" presId="urn:microsoft.com/office/officeart/2008/layout/LinedList"/>
    <dgm:cxn modelId="{E19DCB1F-C5D6-4DE6-980A-4E712C92C2E4}" type="presParOf" srcId="{383B38BB-B28C-4F09-90D4-0464B444E23F}" destId="{14FC817A-FCC6-4132-A4A9-256D14BC1E50}" srcOrd="0" destOrd="0" presId="urn:microsoft.com/office/officeart/2008/layout/LinedList"/>
    <dgm:cxn modelId="{CBB9195C-4411-4C99-BA08-400EA93CD3E1}" type="presParOf" srcId="{383B38BB-B28C-4F09-90D4-0464B444E23F}" destId="{CC469DC6-B4A0-4D41-9AD3-C8ED250CBF75}" srcOrd="1" destOrd="0" presId="urn:microsoft.com/office/officeart/2008/layout/LinedList"/>
    <dgm:cxn modelId="{DF13DADE-EB67-493F-83EE-97B222452F03}" type="presParOf" srcId="{8E5BC3FC-730E-4BA5-BB62-572456DAAD84}" destId="{DA725CEB-632D-41FF-BA0D-1F7A6B962C38}" srcOrd="10" destOrd="0" presId="urn:microsoft.com/office/officeart/2008/layout/LinedList"/>
    <dgm:cxn modelId="{EBCB118C-21A0-4E17-B3A4-261ADEF11BA3}" type="presParOf" srcId="{8E5BC3FC-730E-4BA5-BB62-572456DAAD84}" destId="{E50AA85F-022F-4093-BBDA-8CDCCCB93928}" srcOrd="11" destOrd="0" presId="urn:microsoft.com/office/officeart/2008/layout/LinedList"/>
    <dgm:cxn modelId="{7899888A-7B69-45F0-A611-672490A5186D}" type="presParOf" srcId="{E50AA85F-022F-4093-BBDA-8CDCCCB93928}" destId="{664611A3-7E95-4AD5-860B-349CF300AA1B}" srcOrd="0" destOrd="0" presId="urn:microsoft.com/office/officeart/2008/layout/LinedList"/>
    <dgm:cxn modelId="{2A3385B3-D71A-4A50-9227-23AA52D54D3D}" type="presParOf" srcId="{E50AA85F-022F-4093-BBDA-8CDCCCB93928}" destId="{CC119823-5C56-4A8F-B364-16E41E730B68}" srcOrd="1" destOrd="0" presId="urn:microsoft.com/office/officeart/2008/layout/LinedList"/>
    <dgm:cxn modelId="{97B1181D-C295-4F33-8499-5BC4A2B917C5}" type="presParOf" srcId="{8E5BC3FC-730E-4BA5-BB62-572456DAAD84}" destId="{13FF2F61-3608-48F1-A939-D5E05CDC44D9}" srcOrd="12" destOrd="0" presId="urn:microsoft.com/office/officeart/2008/layout/LinedList"/>
    <dgm:cxn modelId="{F4F0D197-59D6-4033-959A-A872E2A86311}" type="presParOf" srcId="{8E5BC3FC-730E-4BA5-BB62-572456DAAD84}" destId="{3DF63FFF-AFF5-499F-8A45-233C4769E7F3}" srcOrd="13" destOrd="0" presId="urn:microsoft.com/office/officeart/2008/layout/LinedList"/>
    <dgm:cxn modelId="{E7620DAE-5BDA-49D9-8C51-28F627250E67}" type="presParOf" srcId="{3DF63FFF-AFF5-499F-8A45-233C4769E7F3}" destId="{9F3B922C-0F52-4B6A-A7F8-C8C3C2DC06D4}" srcOrd="0" destOrd="0" presId="urn:microsoft.com/office/officeart/2008/layout/LinedList"/>
    <dgm:cxn modelId="{137F103E-6DB5-42B5-BDF4-544568DAB8F3}" type="presParOf" srcId="{3DF63FFF-AFF5-499F-8A45-233C4769E7F3}" destId="{4B0087D6-527A-4F5F-B1F0-CF0D7CCB17C5}" srcOrd="1" destOrd="0" presId="urn:microsoft.com/office/officeart/2008/layout/LinedList"/>
    <dgm:cxn modelId="{33CF9984-41B0-4775-B4C5-D87DE6FDB270}" type="presParOf" srcId="{8E5BC3FC-730E-4BA5-BB62-572456DAAD84}" destId="{16D012FE-795B-4F49-A58D-E23178D97EA6}" srcOrd="14" destOrd="0" presId="urn:microsoft.com/office/officeart/2008/layout/LinedList"/>
    <dgm:cxn modelId="{75E9F155-A884-48BF-87CB-7C852B7821B0}" type="presParOf" srcId="{8E5BC3FC-730E-4BA5-BB62-572456DAAD84}" destId="{F5E01ACA-09F7-4F8C-80E8-1CDA0137626D}" srcOrd="15" destOrd="0" presId="urn:microsoft.com/office/officeart/2008/layout/LinedList"/>
    <dgm:cxn modelId="{D08F359A-C204-4D0C-991D-C6683B4A4995}" type="presParOf" srcId="{F5E01ACA-09F7-4F8C-80E8-1CDA0137626D}" destId="{65AD0F10-FE51-4937-BC2C-8DF4EDBC56AC}" srcOrd="0" destOrd="0" presId="urn:microsoft.com/office/officeart/2008/layout/LinedList"/>
    <dgm:cxn modelId="{CD022A8E-0ABE-4266-BC86-3CD34D86FB07}" type="presParOf" srcId="{F5E01ACA-09F7-4F8C-80E8-1CDA0137626D}" destId="{7DE82034-6D54-4A12-A8B6-F1183CFCA177}" srcOrd="1" destOrd="0" presId="urn:microsoft.com/office/officeart/2008/layout/LinedList"/>
    <dgm:cxn modelId="{77F4D1AD-238B-4968-A4EB-4313BB65BBB8}" type="presParOf" srcId="{8E5BC3FC-730E-4BA5-BB62-572456DAAD84}" destId="{7C90FF8F-2FDF-4049-8957-1F2ECD5F603C}" srcOrd="16" destOrd="0" presId="urn:microsoft.com/office/officeart/2008/layout/LinedList"/>
    <dgm:cxn modelId="{480CCEEB-E3A1-4583-9974-765529E41A90}" type="presParOf" srcId="{8E5BC3FC-730E-4BA5-BB62-572456DAAD84}" destId="{177B5172-5555-4102-A3A7-6B8F129B2F15}" srcOrd="17" destOrd="0" presId="urn:microsoft.com/office/officeart/2008/layout/LinedList"/>
    <dgm:cxn modelId="{D4162DBF-4F41-4D44-BCDE-1AFB0BF4E849}" type="presParOf" srcId="{177B5172-5555-4102-A3A7-6B8F129B2F15}" destId="{B29F160F-4DAE-46B2-895E-0DBEBF51BA48}" srcOrd="0" destOrd="0" presId="urn:microsoft.com/office/officeart/2008/layout/LinedList"/>
    <dgm:cxn modelId="{F1D8EF87-BB62-4EC3-BEC9-FBF3E5096012}" type="presParOf" srcId="{177B5172-5555-4102-A3A7-6B8F129B2F15}" destId="{42332A94-2A4A-4DFA-927A-A8CFD8313AF7}" srcOrd="1" destOrd="0" presId="urn:microsoft.com/office/officeart/2008/layout/LinedList"/>
    <dgm:cxn modelId="{DC64C8F0-C192-421C-9744-588EF607AD57}" type="presParOf" srcId="{8E5BC3FC-730E-4BA5-BB62-572456DAAD84}" destId="{90EC6770-1F57-4F6A-924A-FD612E32AA36}" srcOrd="18" destOrd="0" presId="urn:microsoft.com/office/officeart/2008/layout/LinedList"/>
    <dgm:cxn modelId="{3206C165-642B-436C-9BBB-A0656373A9AF}" type="presParOf" srcId="{8E5BC3FC-730E-4BA5-BB62-572456DAAD84}" destId="{732A68C7-E480-4ECE-B632-6FD3FEA81F44}" srcOrd="19" destOrd="0" presId="urn:microsoft.com/office/officeart/2008/layout/LinedList"/>
    <dgm:cxn modelId="{E19AFFCE-B238-444D-BB60-0A13EADC567B}" type="presParOf" srcId="{732A68C7-E480-4ECE-B632-6FD3FEA81F44}" destId="{799F1401-6783-4AF0-8058-C0E2D0909203}" srcOrd="0" destOrd="0" presId="urn:microsoft.com/office/officeart/2008/layout/LinedList"/>
    <dgm:cxn modelId="{73A0CB71-AF18-4F15-ACCC-D8F03F1BE5F1}" type="presParOf" srcId="{732A68C7-E480-4ECE-B632-6FD3FEA81F44}" destId="{3513F68C-2D93-448F-BCBA-5C20A851AE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40CC37-6219-4BAE-89FC-35C852C360A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C6715E-007C-4359-8107-7344A6B39949}">
      <dgm:prSet custT="1"/>
      <dgm:spPr/>
      <dgm:t>
        <a:bodyPr/>
        <a:lstStyle/>
        <a:p>
          <a:r>
            <a:rPr lang="en-GB" sz="2800"/>
            <a:t>To </a:t>
          </a:r>
          <a:r>
            <a:rPr lang="en-GB" sz="2800" err="1"/>
            <a:t>analyze</a:t>
          </a:r>
          <a:r>
            <a:rPr lang="en-GB" sz="2800"/>
            <a:t> school education data across different states of India.</a:t>
          </a:r>
          <a:endParaRPr lang="en-US" sz="2800"/>
        </a:p>
      </dgm:t>
    </dgm:pt>
    <dgm:pt modelId="{16CF0BF7-1985-4664-94BD-915539F999AD}" type="parTrans" cxnId="{22EB7CE9-C97C-44C5-95F4-AA3818C90865}">
      <dgm:prSet/>
      <dgm:spPr/>
      <dgm:t>
        <a:bodyPr/>
        <a:lstStyle/>
        <a:p>
          <a:endParaRPr lang="en-US"/>
        </a:p>
      </dgm:t>
    </dgm:pt>
    <dgm:pt modelId="{4160DA7F-4AD7-4550-B629-D4CFE2BF2B85}" type="sibTrans" cxnId="{22EB7CE9-C97C-44C5-95F4-AA3818C90865}">
      <dgm:prSet/>
      <dgm:spPr/>
      <dgm:t>
        <a:bodyPr/>
        <a:lstStyle/>
        <a:p>
          <a:endParaRPr lang="en-US"/>
        </a:p>
      </dgm:t>
    </dgm:pt>
    <dgm:pt modelId="{AF59F02C-C73D-42DC-A880-6421D65AC1DC}">
      <dgm:prSet/>
      <dgm:spPr/>
      <dgm:t>
        <a:bodyPr/>
        <a:lstStyle/>
        <a:p>
          <a:r>
            <a:rPr lang="en-GB" sz="3200"/>
            <a:t>To study student </a:t>
          </a:r>
          <a:r>
            <a:rPr lang="en-GB" sz="3200" err="1"/>
            <a:t>enrollment</a:t>
          </a:r>
          <a:r>
            <a:rPr lang="en-GB" sz="3200"/>
            <a:t>, dropout rates, and school infrastructure.</a:t>
          </a:r>
          <a:endParaRPr lang="en-US" sz="3200"/>
        </a:p>
      </dgm:t>
    </dgm:pt>
    <dgm:pt modelId="{833BBE1C-3C67-461D-85BB-F4B52C682099}" type="parTrans" cxnId="{5309A448-6EDA-4392-B770-AA4E6BC066CF}">
      <dgm:prSet/>
      <dgm:spPr/>
      <dgm:t>
        <a:bodyPr/>
        <a:lstStyle/>
        <a:p>
          <a:endParaRPr lang="en-US"/>
        </a:p>
      </dgm:t>
    </dgm:pt>
    <dgm:pt modelId="{2FEDE0C8-9741-469C-B152-1C5D1DC89A89}" type="sibTrans" cxnId="{5309A448-6EDA-4392-B770-AA4E6BC066CF}">
      <dgm:prSet/>
      <dgm:spPr/>
      <dgm:t>
        <a:bodyPr/>
        <a:lstStyle/>
        <a:p>
          <a:endParaRPr lang="en-US"/>
        </a:p>
      </dgm:t>
    </dgm:pt>
    <dgm:pt modelId="{16FC4E82-CB97-49BC-B5F1-22DF5B411F0B}">
      <dgm:prSet/>
      <dgm:spPr/>
      <dgm:t>
        <a:bodyPr/>
        <a:lstStyle/>
        <a:p>
          <a:r>
            <a:rPr lang="en-GB" sz="3200"/>
            <a:t>To identify trends and patterns in educational performance.</a:t>
          </a:r>
          <a:endParaRPr lang="en-US" sz="3200"/>
        </a:p>
      </dgm:t>
    </dgm:pt>
    <dgm:pt modelId="{83D11967-07AD-40D9-81C6-4A0907B60E70}" type="parTrans" cxnId="{0D0ADD98-CA1A-4CE5-AED9-BBB1B4A543DA}">
      <dgm:prSet/>
      <dgm:spPr/>
      <dgm:t>
        <a:bodyPr/>
        <a:lstStyle/>
        <a:p>
          <a:endParaRPr lang="en-US"/>
        </a:p>
      </dgm:t>
    </dgm:pt>
    <dgm:pt modelId="{821BC063-BAA3-490C-8FE9-034DD252CA01}" type="sibTrans" cxnId="{0D0ADD98-CA1A-4CE5-AED9-BBB1B4A543DA}">
      <dgm:prSet/>
      <dgm:spPr/>
      <dgm:t>
        <a:bodyPr/>
        <a:lstStyle/>
        <a:p>
          <a:endParaRPr lang="en-US"/>
        </a:p>
      </dgm:t>
    </dgm:pt>
    <dgm:pt modelId="{1F02FC7B-AACE-48AA-8C1F-67A3EE405149}">
      <dgm:prSet/>
      <dgm:spPr/>
      <dgm:t>
        <a:bodyPr/>
        <a:lstStyle/>
        <a:p>
          <a:r>
            <a:rPr lang="en-GB" sz="3200"/>
            <a:t>To visualize the data using graphs and charts for better understanding.</a:t>
          </a:r>
          <a:endParaRPr lang="en-US" sz="3200"/>
        </a:p>
      </dgm:t>
    </dgm:pt>
    <dgm:pt modelId="{D357BEC8-2324-4C3A-B1E6-5B55BFEDA725}" type="parTrans" cxnId="{4585E6F2-B9C9-42B5-B5A3-E3B6DB88C9B3}">
      <dgm:prSet/>
      <dgm:spPr/>
      <dgm:t>
        <a:bodyPr/>
        <a:lstStyle/>
        <a:p>
          <a:endParaRPr lang="en-US"/>
        </a:p>
      </dgm:t>
    </dgm:pt>
    <dgm:pt modelId="{5B8A1B44-4397-4BEB-80EE-AD1B35EEB487}" type="sibTrans" cxnId="{4585E6F2-B9C9-42B5-B5A3-E3B6DB88C9B3}">
      <dgm:prSet/>
      <dgm:spPr/>
      <dgm:t>
        <a:bodyPr/>
        <a:lstStyle/>
        <a:p>
          <a:endParaRPr lang="en-US"/>
        </a:p>
      </dgm:t>
    </dgm:pt>
    <dgm:pt modelId="{7A19DBE6-6812-4D68-9397-959B1C1E5D25}">
      <dgm:prSet/>
      <dgm:spPr/>
      <dgm:t>
        <a:bodyPr/>
        <a:lstStyle/>
        <a:p>
          <a:r>
            <a:rPr lang="en-GB" sz="3200"/>
            <a:t>To generate meaningful insights that can support educational planning and decision-making.</a:t>
          </a:r>
          <a:endParaRPr lang="en-US" sz="3200"/>
        </a:p>
      </dgm:t>
    </dgm:pt>
    <dgm:pt modelId="{C24D9188-2551-4793-85E7-D24128F1B1D9}" type="parTrans" cxnId="{F3DB4805-2F48-4738-805C-8BC7D611B5B2}">
      <dgm:prSet/>
      <dgm:spPr/>
      <dgm:t>
        <a:bodyPr/>
        <a:lstStyle/>
        <a:p>
          <a:endParaRPr lang="en-US"/>
        </a:p>
      </dgm:t>
    </dgm:pt>
    <dgm:pt modelId="{B9C8F963-EB96-48EF-89DF-D2BE2956D29D}" type="sibTrans" cxnId="{F3DB4805-2F48-4738-805C-8BC7D611B5B2}">
      <dgm:prSet/>
      <dgm:spPr/>
      <dgm:t>
        <a:bodyPr/>
        <a:lstStyle/>
        <a:p>
          <a:endParaRPr lang="en-US"/>
        </a:p>
      </dgm:t>
    </dgm:pt>
    <dgm:pt modelId="{8ECAB07B-52B1-493F-AB72-DED6B201AEFC}" type="pres">
      <dgm:prSet presAssocID="{2A40CC37-6219-4BAE-89FC-35C852C360A4}" presName="vert0" presStyleCnt="0">
        <dgm:presLayoutVars>
          <dgm:dir/>
          <dgm:animOne val="branch"/>
          <dgm:animLvl val="lvl"/>
        </dgm:presLayoutVars>
      </dgm:prSet>
      <dgm:spPr/>
    </dgm:pt>
    <dgm:pt modelId="{D290ACCB-1DCA-4829-ACB6-50C404A58A65}" type="pres">
      <dgm:prSet presAssocID="{53C6715E-007C-4359-8107-7344A6B39949}" presName="thickLine" presStyleLbl="alignNode1" presStyleIdx="0" presStyleCnt="5"/>
      <dgm:spPr/>
    </dgm:pt>
    <dgm:pt modelId="{1E4E84E8-CFAE-49F6-9636-15ECB03883A0}" type="pres">
      <dgm:prSet presAssocID="{53C6715E-007C-4359-8107-7344A6B39949}" presName="horz1" presStyleCnt="0"/>
      <dgm:spPr/>
    </dgm:pt>
    <dgm:pt modelId="{96600DE1-9DE1-492D-8562-4D05C98309AF}" type="pres">
      <dgm:prSet presAssocID="{53C6715E-007C-4359-8107-7344A6B39949}" presName="tx1" presStyleLbl="revTx" presStyleIdx="0" presStyleCnt="5"/>
      <dgm:spPr/>
    </dgm:pt>
    <dgm:pt modelId="{69A83AFF-3313-462F-9727-6F36CED3C602}" type="pres">
      <dgm:prSet presAssocID="{53C6715E-007C-4359-8107-7344A6B39949}" presName="vert1" presStyleCnt="0"/>
      <dgm:spPr/>
    </dgm:pt>
    <dgm:pt modelId="{5D0316AA-9DC5-4D7A-BF07-3E4E46C0FD0A}" type="pres">
      <dgm:prSet presAssocID="{AF59F02C-C73D-42DC-A880-6421D65AC1DC}" presName="thickLine" presStyleLbl="alignNode1" presStyleIdx="1" presStyleCnt="5"/>
      <dgm:spPr/>
    </dgm:pt>
    <dgm:pt modelId="{BECB812F-AC82-4D1C-ABE4-425EAF50E07C}" type="pres">
      <dgm:prSet presAssocID="{AF59F02C-C73D-42DC-A880-6421D65AC1DC}" presName="horz1" presStyleCnt="0"/>
      <dgm:spPr/>
    </dgm:pt>
    <dgm:pt modelId="{AB29033F-1721-4CBB-8DB1-12E374826701}" type="pres">
      <dgm:prSet presAssocID="{AF59F02C-C73D-42DC-A880-6421D65AC1DC}" presName="tx1" presStyleLbl="revTx" presStyleIdx="1" presStyleCnt="5"/>
      <dgm:spPr/>
    </dgm:pt>
    <dgm:pt modelId="{C3195EEB-1671-42D1-9545-81E59BBE1878}" type="pres">
      <dgm:prSet presAssocID="{AF59F02C-C73D-42DC-A880-6421D65AC1DC}" presName="vert1" presStyleCnt="0"/>
      <dgm:spPr/>
    </dgm:pt>
    <dgm:pt modelId="{E9CC6840-07D1-4E9F-AE9F-2E726C9B39E3}" type="pres">
      <dgm:prSet presAssocID="{16FC4E82-CB97-49BC-B5F1-22DF5B411F0B}" presName="thickLine" presStyleLbl="alignNode1" presStyleIdx="2" presStyleCnt="5"/>
      <dgm:spPr/>
    </dgm:pt>
    <dgm:pt modelId="{63B41CEA-EA61-4EAA-B85B-BB885C3010FA}" type="pres">
      <dgm:prSet presAssocID="{16FC4E82-CB97-49BC-B5F1-22DF5B411F0B}" presName="horz1" presStyleCnt="0"/>
      <dgm:spPr/>
    </dgm:pt>
    <dgm:pt modelId="{839CCA88-8D3F-46CF-8230-06CB810F9179}" type="pres">
      <dgm:prSet presAssocID="{16FC4E82-CB97-49BC-B5F1-22DF5B411F0B}" presName="tx1" presStyleLbl="revTx" presStyleIdx="2" presStyleCnt="5"/>
      <dgm:spPr/>
    </dgm:pt>
    <dgm:pt modelId="{AF5C023D-7D7E-4ADD-91FC-5F9A1781E74E}" type="pres">
      <dgm:prSet presAssocID="{16FC4E82-CB97-49BC-B5F1-22DF5B411F0B}" presName="vert1" presStyleCnt="0"/>
      <dgm:spPr/>
    </dgm:pt>
    <dgm:pt modelId="{943DEC9B-E10C-4FEE-AEE5-F6DEBD75619B}" type="pres">
      <dgm:prSet presAssocID="{1F02FC7B-AACE-48AA-8C1F-67A3EE405149}" presName="thickLine" presStyleLbl="alignNode1" presStyleIdx="3" presStyleCnt="5"/>
      <dgm:spPr/>
    </dgm:pt>
    <dgm:pt modelId="{A58632EE-1938-4EA7-94AC-1A02255D25EA}" type="pres">
      <dgm:prSet presAssocID="{1F02FC7B-AACE-48AA-8C1F-67A3EE405149}" presName="horz1" presStyleCnt="0"/>
      <dgm:spPr/>
    </dgm:pt>
    <dgm:pt modelId="{05539D99-B217-4584-A68F-A0E8F1BCF02B}" type="pres">
      <dgm:prSet presAssocID="{1F02FC7B-AACE-48AA-8C1F-67A3EE405149}" presName="tx1" presStyleLbl="revTx" presStyleIdx="3" presStyleCnt="5"/>
      <dgm:spPr/>
    </dgm:pt>
    <dgm:pt modelId="{4AE8D803-B828-4753-BEED-0A74D4E0F181}" type="pres">
      <dgm:prSet presAssocID="{1F02FC7B-AACE-48AA-8C1F-67A3EE405149}" presName="vert1" presStyleCnt="0"/>
      <dgm:spPr/>
    </dgm:pt>
    <dgm:pt modelId="{60E90033-3FBB-4457-B993-8C09BE3C4F8A}" type="pres">
      <dgm:prSet presAssocID="{7A19DBE6-6812-4D68-9397-959B1C1E5D25}" presName="thickLine" presStyleLbl="alignNode1" presStyleIdx="4" presStyleCnt="5"/>
      <dgm:spPr/>
    </dgm:pt>
    <dgm:pt modelId="{0DE197D5-F0CF-400B-B322-3D63DC2E2D1F}" type="pres">
      <dgm:prSet presAssocID="{7A19DBE6-6812-4D68-9397-959B1C1E5D25}" presName="horz1" presStyleCnt="0"/>
      <dgm:spPr/>
    </dgm:pt>
    <dgm:pt modelId="{39AB1BCE-F912-4933-A63A-64403ADD27BA}" type="pres">
      <dgm:prSet presAssocID="{7A19DBE6-6812-4D68-9397-959B1C1E5D25}" presName="tx1" presStyleLbl="revTx" presStyleIdx="4" presStyleCnt="5"/>
      <dgm:spPr/>
    </dgm:pt>
    <dgm:pt modelId="{632C8FF8-FF89-463E-8968-9023615D2D1C}" type="pres">
      <dgm:prSet presAssocID="{7A19DBE6-6812-4D68-9397-959B1C1E5D25}" presName="vert1" presStyleCnt="0"/>
      <dgm:spPr/>
    </dgm:pt>
  </dgm:ptLst>
  <dgm:cxnLst>
    <dgm:cxn modelId="{F3DB4805-2F48-4738-805C-8BC7D611B5B2}" srcId="{2A40CC37-6219-4BAE-89FC-35C852C360A4}" destId="{7A19DBE6-6812-4D68-9397-959B1C1E5D25}" srcOrd="4" destOrd="0" parTransId="{C24D9188-2551-4793-85E7-D24128F1B1D9}" sibTransId="{B9C8F963-EB96-48EF-89DF-D2BE2956D29D}"/>
    <dgm:cxn modelId="{088D6E15-8867-415C-92FA-4725C9E01E14}" type="presOf" srcId="{16FC4E82-CB97-49BC-B5F1-22DF5B411F0B}" destId="{839CCA88-8D3F-46CF-8230-06CB810F9179}" srcOrd="0" destOrd="0" presId="urn:microsoft.com/office/officeart/2008/layout/LinedList"/>
    <dgm:cxn modelId="{5309A448-6EDA-4392-B770-AA4E6BC066CF}" srcId="{2A40CC37-6219-4BAE-89FC-35C852C360A4}" destId="{AF59F02C-C73D-42DC-A880-6421D65AC1DC}" srcOrd="1" destOrd="0" parTransId="{833BBE1C-3C67-461D-85BB-F4B52C682099}" sibTransId="{2FEDE0C8-9741-469C-B152-1C5D1DC89A89}"/>
    <dgm:cxn modelId="{70B3797B-9893-43A4-A914-C818B92D11BA}" type="presOf" srcId="{AF59F02C-C73D-42DC-A880-6421D65AC1DC}" destId="{AB29033F-1721-4CBB-8DB1-12E374826701}" srcOrd="0" destOrd="0" presId="urn:microsoft.com/office/officeart/2008/layout/LinedList"/>
    <dgm:cxn modelId="{2B3CB28A-E0F0-428A-9FBF-E519A07CA86E}" type="presOf" srcId="{1F02FC7B-AACE-48AA-8C1F-67A3EE405149}" destId="{05539D99-B217-4584-A68F-A0E8F1BCF02B}" srcOrd="0" destOrd="0" presId="urn:microsoft.com/office/officeart/2008/layout/LinedList"/>
    <dgm:cxn modelId="{0D0ADD98-CA1A-4CE5-AED9-BBB1B4A543DA}" srcId="{2A40CC37-6219-4BAE-89FC-35C852C360A4}" destId="{16FC4E82-CB97-49BC-B5F1-22DF5B411F0B}" srcOrd="2" destOrd="0" parTransId="{83D11967-07AD-40D9-81C6-4A0907B60E70}" sibTransId="{821BC063-BAA3-490C-8FE9-034DD252CA01}"/>
    <dgm:cxn modelId="{D19CDDB4-1AEF-4E41-8D3D-77F4F75BB719}" type="presOf" srcId="{2A40CC37-6219-4BAE-89FC-35C852C360A4}" destId="{8ECAB07B-52B1-493F-AB72-DED6B201AEFC}" srcOrd="0" destOrd="0" presId="urn:microsoft.com/office/officeart/2008/layout/LinedList"/>
    <dgm:cxn modelId="{057F01BB-B6BD-4C53-8A95-8872415B45A5}" type="presOf" srcId="{53C6715E-007C-4359-8107-7344A6B39949}" destId="{96600DE1-9DE1-492D-8562-4D05C98309AF}" srcOrd="0" destOrd="0" presId="urn:microsoft.com/office/officeart/2008/layout/LinedList"/>
    <dgm:cxn modelId="{22EB7CE9-C97C-44C5-95F4-AA3818C90865}" srcId="{2A40CC37-6219-4BAE-89FC-35C852C360A4}" destId="{53C6715E-007C-4359-8107-7344A6B39949}" srcOrd="0" destOrd="0" parTransId="{16CF0BF7-1985-4664-94BD-915539F999AD}" sibTransId="{4160DA7F-4AD7-4550-B629-D4CFE2BF2B85}"/>
    <dgm:cxn modelId="{F3CD68EC-19AF-4D72-B3BA-D722BEC88DF7}" type="presOf" srcId="{7A19DBE6-6812-4D68-9397-959B1C1E5D25}" destId="{39AB1BCE-F912-4933-A63A-64403ADD27BA}" srcOrd="0" destOrd="0" presId="urn:microsoft.com/office/officeart/2008/layout/LinedList"/>
    <dgm:cxn modelId="{4585E6F2-B9C9-42B5-B5A3-E3B6DB88C9B3}" srcId="{2A40CC37-6219-4BAE-89FC-35C852C360A4}" destId="{1F02FC7B-AACE-48AA-8C1F-67A3EE405149}" srcOrd="3" destOrd="0" parTransId="{D357BEC8-2324-4C3A-B1E6-5B55BFEDA725}" sibTransId="{5B8A1B44-4397-4BEB-80EE-AD1B35EEB487}"/>
    <dgm:cxn modelId="{BB3EE86D-B1E5-4096-8250-8FCDE52F6DB3}" type="presParOf" srcId="{8ECAB07B-52B1-493F-AB72-DED6B201AEFC}" destId="{D290ACCB-1DCA-4829-ACB6-50C404A58A65}" srcOrd="0" destOrd="0" presId="urn:microsoft.com/office/officeart/2008/layout/LinedList"/>
    <dgm:cxn modelId="{60E2C3E7-2FF4-4ADB-B0EF-560538341E2B}" type="presParOf" srcId="{8ECAB07B-52B1-493F-AB72-DED6B201AEFC}" destId="{1E4E84E8-CFAE-49F6-9636-15ECB03883A0}" srcOrd="1" destOrd="0" presId="urn:microsoft.com/office/officeart/2008/layout/LinedList"/>
    <dgm:cxn modelId="{0CF96E48-22B3-49C6-BC5F-FF006E18F2EC}" type="presParOf" srcId="{1E4E84E8-CFAE-49F6-9636-15ECB03883A0}" destId="{96600DE1-9DE1-492D-8562-4D05C98309AF}" srcOrd="0" destOrd="0" presId="urn:microsoft.com/office/officeart/2008/layout/LinedList"/>
    <dgm:cxn modelId="{5FC917E5-5102-4BC1-848F-40F083EC88B7}" type="presParOf" srcId="{1E4E84E8-CFAE-49F6-9636-15ECB03883A0}" destId="{69A83AFF-3313-462F-9727-6F36CED3C602}" srcOrd="1" destOrd="0" presId="urn:microsoft.com/office/officeart/2008/layout/LinedList"/>
    <dgm:cxn modelId="{F1BA2C30-35E5-44C8-AF2A-D81875F695F0}" type="presParOf" srcId="{8ECAB07B-52B1-493F-AB72-DED6B201AEFC}" destId="{5D0316AA-9DC5-4D7A-BF07-3E4E46C0FD0A}" srcOrd="2" destOrd="0" presId="urn:microsoft.com/office/officeart/2008/layout/LinedList"/>
    <dgm:cxn modelId="{CDE07075-CD3E-47F6-B8E5-5B7F32435609}" type="presParOf" srcId="{8ECAB07B-52B1-493F-AB72-DED6B201AEFC}" destId="{BECB812F-AC82-4D1C-ABE4-425EAF50E07C}" srcOrd="3" destOrd="0" presId="urn:microsoft.com/office/officeart/2008/layout/LinedList"/>
    <dgm:cxn modelId="{7D950927-2CB8-4B3D-B904-066036120018}" type="presParOf" srcId="{BECB812F-AC82-4D1C-ABE4-425EAF50E07C}" destId="{AB29033F-1721-4CBB-8DB1-12E374826701}" srcOrd="0" destOrd="0" presId="urn:microsoft.com/office/officeart/2008/layout/LinedList"/>
    <dgm:cxn modelId="{5F94CC99-DE59-4FE4-BA72-2060E53B5D77}" type="presParOf" srcId="{BECB812F-AC82-4D1C-ABE4-425EAF50E07C}" destId="{C3195EEB-1671-42D1-9545-81E59BBE1878}" srcOrd="1" destOrd="0" presId="urn:microsoft.com/office/officeart/2008/layout/LinedList"/>
    <dgm:cxn modelId="{A9772E3A-EFDC-41CC-8D0B-E129F8421E19}" type="presParOf" srcId="{8ECAB07B-52B1-493F-AB72-DED6B201AEFC}" destId="{E9CC6840-07D1-4E9F-AE9F-2E726C9B39E3}" srcOrd="4" destOrd="0" presId="urn:microsoft.com/office/officeart/2008/layout/LinedList"/>
    <dgm:cxn modelId="{983EEA99-B448-45FE-9A2D-7BAB066D0357}" type="presParOf" srcId="{8ECAB07B-52B1-493F-AB72-DED6B201AEFC}" destId="{63B41CEA-EA61-4EAA-B85B-BB885C3010FA}" srcOrd="5" destOrd="0" presId="urn:microsoft.com/office/officeart/2008/layout/LinedList"/>
    <dgm:cxn modelId="{437A026C-7085-4E35-B382-E2F52D25B1E3}" type="presParOf" srcId="{63B41CEA-EA61-4EAA-B85B-BB885C3010FA}" destId="{839CCA88-8D3F-46CF-8230-06CB810F9179}" srcOrd="0" destOrd="0" presId="urn:microsoft.com/office/officeart/2008/layout/LinedList"/>
    <dgm:cxn modelId="{C1FC1895-2952-4475-B1E6-711457785B08}" type="presParOf" srcId="{63B41CEA-EA61-4EAA-B85B-BB885C3010FA}" destId="{AF5C023D-7D7E-4ADD-91FC-5F9A1781E74E}" srcOrd="1" destOrd="0" presId="urn:microsoft.com/office/officeart/2008/layout/LinedList"/>
    <dgm:cxn modelId="{3430EFAF-89BE-44C1-99AD-4E8F17A07688}" type="presParOf" srcId="{8ECAB07B-52B1-493F-AB72-DED6B201AEFC}" destId="{943DEC9B-E10C-4FEE-AEE5-F6DEBD75619B}" srcOrd="6" destOrd="0" presId="urn:microsoft.com/office/officeart/2008/layout/LinedList"/>
    <dgm:cxn modelId="{D23A8DE5-E959-4DD1-B833-84D643AB16DD}" type="presParOf" srcId="{8ECAB07B-52B1-493F-AB72-DED6B201AEFC}" destId="{A58632EE-1938-4EA7-94AC-1A02255D25EA}" srcOrd="7" destOrd="0" presId="urn:microsoft.com/office/officeart/2008/layout/LinedList"/>
    <dgm:cxn modelId="{04DC9AFD-1EE0-45E7-90E2-1EFF226AC2AB}" type="presParOf" srcId="{A58632EE-1938-4EA7-94AC-1A02255D25EA}" destId="{05539D99-B217-4584-A68F-A0E8F1BCF02B}" srcOrd="0" destOrd="0" presId="urn:microsoft.com/office/officeart/2008/layout/LinedList"/>
    <dgm:cxn modelId="{F71F9B3E-4245-4200-B5F9-80076CA50EBC}" type="presParOf" srcId="{A58632EE-1938-4EA7-94AC-1A02255D25EA}" destId="{4AE8D803-B828-4753-BEED-0A74D4E0F181}" srcOrd="1" destOrd="0" presId="urn:microsoft.com/office/officeart/2008/layout/LinedList"/>
    <dgm:cxn modelId="{11AFB25D-2BB2-42C4-AA4E-14C7536A5CAA}" type="presParOf" srcId="{8ECAB07B-52B1-493F-AB72-DED6B201AEFC}" destId="{60E90033-3FBB-4457-B993-8C09BE3C4F8A}" srcOrd="8" destOrd="0" presId="urn:microsoft.com/office/officeart/2008/layout/LinedList"/>
    <dgm:cxn modelId="{978AF747-FA7D-47AD-A36A-F292DC4E0B9D}" type="presParOf" srcId="{8ECAB07B-52B1-493F-AB72-DED6B201AEFC}" destId="{0DE197D5-F0CF-400B-B322-3D63DC2E2D1F}" srcOrd="9" destOrd="0" presId="urn:microsoft.com/office/officeart/2008/layout/LinedList"/>
    <dgm:cxn modelId="{6691F6CC-1D5B-4AD6-9572-72B8B834C39A}" type="presParOf" srcId="{0DE197D5-F0CF-400B-B322-3D63DC2E2D1F}" destId="{39AB1BCE-F912-4933-A63A-64403ADD27BA}" srcOrd="0" destOrd="0" presId="urn:microsoft.com/office/officeart/2008/layout/LinedList"/>
    <dgm:cxn modelId="{7DE886C4-DD27-4441-BA9D-A1E7A284BDD4}" type="presParOf" srcId="{0DE197D5-F0CF-400B-B322-3D63DC2E2D1F}" destId="{632C8FF8-FF89-463E-8968-9023615D2D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8DF667-C9DA-4938-B0AF-E413EEC2DB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06D033-0220-4050-92A6-6E26C00EF6BE}">
      <dgm:prSet/>
      <dgm:spPr/>
      <dgm:t>
        <a:bodyPr/>
        <a:lstStyle/>
        <a:p>
          <a:r>
            <a:rPr lang="en-GB" b="1"/>
            <a:t>Data collection </a:t>
          </a:r>
          <a:r>
            <a:rPr lang="en-GB"/>
            <a:t>– Indian school education statics from </a:t>
          </a:r>
          <a:r>
            <a:rPr lang="en-GB" err="1"/>
            <a:t>kaggle</a:t>
          </a:r>
          <a:r>
            <a:rPr lang="en-GB"/>
            <a:t> </a:t>
          </a:r>
          <a:endParaRPr lang="en-US"/>
        </a:p>
      </dgm:t>
    </dgm:pt>
    <dgm:pt modelId="{F2965EED-17A5-4158-B2CF-5D3C95FF838B}" type="parTrans" cxnId="{BF6A313B-9A04-42D8-B4EB-EB63BA9713EE}">
      <dgm:prSet/>
      <dgm:spPr/>
      <dgm:t>
        <a:bodyPr/>
        <a:lstStyle/>
        <a:p>
          <a:endParaRPr lang="en-US"/>
        </a:p>
      </dgm:t>
    </dgm:pt>
    <dgm:pt modelId="{3CCE5C3A-DE23-47A3-98AA-60898E119513}" type="sibTrans" cxnId="{BF6A313B-9A04-42D8-B4EB-EB63BA9713EE}">
      <dgm:prSet/>
      <dgm:spPr/>
      <dgm:t>
        <a:bodyPr/>
        <a:lstStyle/>
        <a:p>
          <a:endParaRPr lang="en-US"/>
        </a:p>
      </dgm:t>
    </dgm:pt>
    <dgm:pt modelId="{94387629-1506-4C3C-80EC-1C2F1A410CCB}">
      <dgm:prSet/>
      <dgm:spPr/>
      <dgm:t>
        <a:bodyPr/>
        <a:lstStyle/>
        <a:p>
          <a:r>
            <a:rPr lang="en-GB" b="1"/>
            <a:t>Data preprocessing</a:t>
          </a:r>
          <a:r>
            <a:rPr lang="en-GB"/>
            <a:t> – removed duplicate and missing values </a:t>
          </a:r>
          <a:endParaRPr lang="en-US"/>
        </a:p>
      </dgm:t>
    </dgm:pt>
    <dgm:pt modelId="{57BC7FF6-8982-45A1-BAE8-01C4AD315258}" type="parTrans" cxnId="{3B85AD29-2001-468A-B013-DF5438556D60}">
      <dgm:prSet/>
      <dgm:spPr/>
      <dgm:t>
        <a:bodyPr/>
        <a:lstStyle/>
        <a:p>
          <a:endParaRPr lang="en-US"/>
        </a:p>
      </dgm:t>
    </dgm:pt>
    <dgm:pt modelId="{F489CBEE-62CB-48C6-80AE-D1D0D702C33F}" type="sibTrans" cxnId="{3B85AD29-2001-468A-B013-DF5438556D60}">
      <dgm:prSet/>
      <dgm:spPr/>
      <dgm:t>
        <a:bodyPr/>
        <a:lstStyle/>
        <a:p>
          <a:endParaRPr lang="en-US"/>
        </a:p>
      </dgm:t>
    </dgm:pt>
    <dgm:pt modelId="{6DBA61E5-3225-4E8B-A6D9-69BDB3752BF2}">
      <dgm:prSet/>
      <dgm:spPr/>
      <dgm:t>
        <a:bodyPr/>
        <a:lstStyle/>
        <a:p>
          <a:pPr rtl="0"/>
          <a:r>
            <a:rPr lang="en-GB">
              <a:latin typeface="Bell MT"/>
            </a:rPr>
            <a:t> </a:t>
          </a:r>
          <a:r>
            <a:rPr lang="en-GB"/>
            <a:t>Columns renamed for better </a:t>
          </a:r>
          <a:r>
            <a:rPr lang="en-GB" err="1"/>
            <a:t>readibility</a:t>
          </a:r>
          <a:r>
            <a:rPr lang="en-GB"/>
            <a:t> </a:t>
          </a:r>
          <a:endParaRPr lang="en-US"/>
        </a:p>
      </dgm:t>
    </dgm:pt>
    <dgm:pt modelId="{CFC2C2A9-5EAE-465A-8ACB-FBC655818B64}" type="parTrans" cxnId="{101B981A-2375-4309-B9B6-642996374195}">
      <dgm:prSet/>
      <dgm:spPr/>
      <dgm:t>
        <a:bodyPr/>
        <a:lstStyle/>
        <a:p>
          <a:endParaRPr lang="en-US"/>
        </a:p>
      </dgm:t>
    </dgm:pt>
    <dgm:pt modelId="{A329703B-C65E-41C3-903C-329CCFE4480A}" type="sibTrans" cxnId="{101B981A-2375-4309-B9B6-642996374195}">
      <dgm:prSet/>
      <dgm:spPr/>
      <dgm:t>
        <a:bodyPr/>
        <a:lstStyle/>
        <a:p>
          <a:endParaRPr lang="en-US"/>
        </a:p>
      </dgm:t>
    </dgm:pt>
    <dgm:pt modelId="{FA01871C-7F05-4721-8536-C22E7A623F18}">
      <dgm:prSet/>
      <dgm:spPr/>
      <dgm:t>
        <a:bodyPr/>
        <a:lstStyle/>
        <a:p>
          <a:r>
            <a:rPr lang="en-GB"/>
            <a:t>Checked and corrected datatypes </a:t>
          </a:r>
          <a:endParaRPr lang="en-US"/>
        </a:p>
      </dgm:t>
    </dgm:pt>
    <dgm:pt modelId="{AE7B099F-7F54-4F71-8A2E-42F5C0D2ECC0}" type="parTrans" cxnId="{A8276E16-6507-425D-81AC-63A4F6FD697E}">
      <dgm:prSet/>
      <dgm:spPr/>
      <dgm:t>
        <a:bodyPr/>
        <a:lstStyle/>
        <a:p>
          <a:endParaRPr lang="en-US"/>
        </a:p>
      </dgm:t>
    </dgm:pt>
    <dgm:pt modelId="{7D28A3E8-A6C0-40D3-BBE1-B437F7015C7D}" type="sibTrans" cxnId="{A8276E16-6507-425D-81AC-63A4F6FD697E}">
      <dgm:prSet/>
      <dgm:spPr/>
      <dgm:t>
        <a:bodyPr/>
        <a:lstStyle/>
        <a:p>
          <a:endParaRPr lang="en-US"/>
        </a:p>
      </dgm:t>
    </dgm:pt>
    <dgm:pt modelId="{1EF90C47-BAF5-4045-9EAD-51386E21A6DD}">
      <dgm:prSet/>
      <dgm:spPr/>
      <dgm:t>
        <a:bodyPr/>
        <a:lstStyle/>
        <a:p>
          <a:r>
            <a:rPr lang="en-GB" b="1"/>
            <a:t>EDA (Exploratory data analysis</a:t>
          </a:r>
          <a:r>
            <a:rPr lang="en-GB"/>
            <a:t>)-Compared state-wise educational performance</a:t>
          </a:r>
          <a:endParaRPr lang="en-US"/>
        </a:p>
      </dgm:t>
    </dgm:pt>
    <dgm:pt modelId="{A59667C2-AFDA-459F-9636-6E02FC80840C}" type="parTrans" cxnId="{5A42C6CC-9068-44E8-8B5A-B982FAE0B953}">
      <dgm:prSet/>
      <dgm:spPr/>
      <dgm:t>
        <a:bodyPr/>
        <a:lstStyle/>
        <a:p>
          <a:endParaRPr lang="en-US"/>
        </a:p>
      </dgm:t>
    </dgm:pt>
    <dgm:pt modelId="{1C56AC0A-E4AC-40BB-AEA7-2C9271CABE53}" type="sibTrans" cxnId="{5A42C6CC-9068-44E8-8B5A-B982FAE0B953}">
      <dgm:prSet/>
      <dgm:spPr/>
      <dgm:t>
        <a:bodyPr/>
        <a:lstStyle/>
        <a:p>
          <a:endParaRPr lang="en-US"/>
        </a:p>
      </dgm:t>
    </dgm:pt>
    <dgm:pt modelId="{9B471D20-1A6F-4887-BE5D-6E0EF92E2EA8}">
      <dgm:prSet/>
      <dgm:spPr/>
      <dgm:t>
        <a:bodyPr/>
        <a:lstStyle/>
        <a:p>
          <a:r>
            <a:rPr lang="en-GB"/>
            <a:t>Identified trends and patterns.</a:t>
          </a:r>
          <a:endParaRPr lang="en-US"/>
        </a:p>
      </dgm:t>
    </dgm:pt>
    <dgm:pt modelId="{89256EBB-9AB5-45BA-94ED-02B7F9F38E8A}" type="parTrans" cxnId="{F4E8E248-D74F-4F88-B87C-8EE8296C04BE}">
      <dgm:prSet/>
      <dgm:spPr/>
      <dgm:t>
        <a:bodyPr/>
        <a:lstStyle/>
        <a:p>
          <a:endParaRPr lang="en-US"/>
        </a:p>
      </dgm:t>
    </dgm:pt>
    <dgm:pt modelId="{5667AC33-58DA-4060-8088-573344AB7A7F}" type="sibTrans" cxnId="{F4E8E248-D74F-4F88-B87C-8EE8296C04BE}">
      <dgm:prSet/>
      <dgm:spPr/>
      <dgm:t>
        <a:bodyPr/>
        <a:lstStyle/>
        <a:p>
          <a:endParaRPr lang="en-US"/>
        </a:p>
      </dgm:t>
    </dgm:pt>
    <dgm:pt modelId="{B317F436-C5EA-4F4C-9A6F-668E628A5F41}">
      <dgm:prSet custT="1"/>
      <dgm:spPr/>
      <dgm:t>
        <a:bodyPr/>
        <a:lstStyle/>
        <a:p>
          <a:pPr rtl="0"/>
          <a:r>
            <a:rPr lang="en-GB" sz="2000" b="1"/>
            <a:t>Data Visualization-</a:t>
          </a:r>
          <a:r>
            <a:rPr lang="en-GB" sz="2000"/>
            <a:t>Created bar </a:t>
          </a:r>
          <a:r>
            <a:rPr lang="en-GB" sz="2400" b="0">
              <a:latin typeface="Bell MT"/>
            </a:rPr>
            <a:t>charts, Line</a:t>
          </a:r>
          <a:r>
            <a:rPr lang="en-GB" sz="2400" b="0"/>
            <a:t> </a:t>
          </a:r>
          <a:r>
            <a:rPr lang="en-GB" sz="2400" b="0">
              <a:latin typeface="Bell MT"/>
            </a:rPr>
            <a:t>charts, Pie</a:t>
          </a:r>
          <a:r>
            <a:rPr lang="en-GB" sz="2000"/>
            <a:t> charts. </a:t>
          </a:r>
          <a:endParaRPr lang="en-US" sz="2000"/>
        </a:p>
      </dgm:t>
    </dgm:pt>
    <dgm:pt modelId="{6A4F22E3-7FE3-43DC-8B4F-8ED4AECB8763}" type="parTrans" cxnId="{08B60A0C-B581-4363-8E31-D5D3FBEB0E06}">
      <dgm:prSet/>
      <dgm:spPr/>
      <dgm:t>
        <a:bodyPr/>
        <a:lstStyle/>
        <a:p>
          <a:endParaRPr lang="en-US"/>
        </a:p>
      </dgm:t>
    </dgm:pt>
    <dgm:pt modelId="{6A5E9CB1-70D1-47D8-9026-1D973E09B9E9}" type="sibTrans" cxnId="{08B60A0C-B581-4363-8E31-D5D3FBEB0E06}">
      <dgm:prSet/>
      <dgm:spPr/>
      <dgm:t>
        <a:bodyPr/>
        <a:lstStyle/>
        <a:p>
          <a:endParaRPr lang="en-US"/>
        </a:p>
      </dgm:t>
    </dgm:pt>
    <dgm:pt modelId="{D5E7E5DB-B26D-4A18-BE3B-A399D8F07317}" type="pres">
      <dgm:prSet presAssocID="{1C8DF667-C9DA-4938-B0AF-E413EEC2DB3C}" presName="vert0" presStyleCnt="0">
        <dgm:presLayoutVars>
          <dgm:dir/>
          <dgm:animOne val="branch"/>
          <dgm:animLvl val="lvl"/>
        </dgm:presLayoutVars>
      </dgm:prSet>
      <dgm:spPr/>
    </dgm:pt>
    <dgm:pt modelId="{E44962DF-3455-4367-B555-0DB32496B416}" type="pres">
      <dgm:prSet presAssocID="{2D06D033-0220-4050-92A6-6E26C00EF6BE}" presName="thickLine" presStyleLbl="alignNode1" presStyleIdx="0" presStyleCnt="7"/>
      <dgm:spPr/>
    </dgm:pt>
    <dgm:pt modelId="{662976BE-5F2E-4A60-87A6-D35253E6E3B1}" type="pres">
      <dgm:prSet presAssocID="{2D06D033-0220-4050-92A6-6E26C00EF6BE}" presName="horz1" presStyleCnt="0"/>
      <dgm:spPr/>
    </dgm:pt>
    <dgm:pt modelId="{274547FD-D078-49F3-A699-C976EC2FBB7B}" type="pres">
      <dgm:prSet presAssocID="{2D06D033-0220-4050-92A6-6E26C00EF6BE}" presName="tx1" presStyleLbl="revTx" presStyleIdx="0" presStyleCnt="7"/>
      <dgm:spPr/>
    </dgm:pt>
    <dgm:pt modelId="{9EC8AE03-D1BF-412C-AB6D-A1C44EDC3223}" type="pres">
      <dgm:prSet presAssocID="{2D06D033-0220-4050-92A6-6E26C00EF6BE}" presName="vert1" presStyleCnt="0"/>
      <dgm:spPr/>
    </dgm:pt>
    <dgm:pt modelId="{02D27C15-54D3-4C0B-A5A0-AD8CD28E1935}" type="pres">
      <dgm:prSet presAssocID="{94387629-1506-4C3C-80EC-1C2F1A410CCB}" presName="thickLine" presStyleLbl="alignNode1" presStyleIdx="1" presStyleCnt="7"/>
      <dgm:spPr/>
    </dgm:pt>
    <dgm:pt modelId="{230D5026-19F0-4123-B778-023B0C835AC8}" type="pres">
      <dgm:prSet presAssocID="{94387629-1506-4C3C-80EC-1C2F1A410CCB}" presName="horz1" presStyleCnt="0"/>
      <dgm:spPr/>
    </dgm:pt>
    <dgm:pt modelId="{09603DB6-DE8E-4412-922C-A361F847B07A}" type="pres">
      <dgm:prSet presAssocID="{94387629-1506-4C3C-80EC-1C2F1A410CCB}" presName="tx1" presStyleLbl="revTx" presStyleIdx="1" presStyleCnt="7"/>
      <dgm:spPr/>
    </dgm:pt>
    <dgm:pt modelId="{C006E690-1215-4CC1-92EF-694C515AC9D1}" type="pres">
      <dgm:prSet presAssocID="{94387629-1506-4C3C-80EC-1C2F1A410CCB}" presName="vert1" presStyleCnt="0"/>
      <dgm:spPr/>
    </dgm:pt>
    <dgm:pt modelId="{08AA94D8-467A-4AEA-995E-E73963A40AC2}" type="pres">
      <dgm:prSet presAssocID="{6DBA61E5-3225-4E8B-A6D9-69BDB3752BF2}" presName="thickLine" presStyleLbl="alignNode1" presStyleIdx="2" presStyleCnt="7"/>
      <dgm:spPr/>
    </dgm:pt>
    <dgm:pt modelId="{EDBEE9A0-0669-4B8E-BC93-0D9FF0CE5229}" type="pres">
      <dgm:prSet presAssocID="{6DBA61E5-3225-4E8B-A6D9-69BDB3752BF2}" presName="horz1" presStyleCnt="0"/>
      <dgm:spPr/>
    </dgm:pt>
    <dgm:pt modelId="{6D42D8C4-202C-4327-956D-FEE768C4E90D}" type="pres">
      <dgm:prSet presAssocID="{6DBA61E5-3225-4E8B-A6D9-69BDB3752BF2}" presName="tx1" presStyleLbl="revTx" presStyleIdx="2" presStyleCnt="7"/>
      <dgm:spPr/>
    </dgm:pt>
    <dgm:pt modelId="{1618B494-FA5A-493B-894C-099F1BC11B32}" type="pres">
      <dgm:prSet presAssocID="{6DBA61E5-3225-4E8B-A6D9-69BDB3752BF2}" presName="vert1" presStyleCnt="0"/>
      <dgm:spPr/>
    </dgm:pt>
    <dgm:pt modelId="{FE5015A8-120F-45B6-8E89-F4866A96B1EB}" type="pres">
      <dgm:prSet presAssocID="{FA01871C-7F05-4721-8536-C22E7A623F18}" presName="thickLine" presStyleLbl="alignNode1" presStyleIdx="3" presStyleCnt="7"/>
      <dgm:spPr/>
    </dgm:pt>
    <dgm:pt modelId="{3EF4CDB2-8BC4-427A-B5E3-EBBE5868CC93}" type="pres">
      <dgm:prSet presAssocID="{FA01871C-7F05-4721-8536-C22E7A623F18}" presName="horz1" presStyleCnt="0"/>
      <dgm:spPr/>
    </dgm:pt>
    <dgm:pt modelId="{C7118431-BB95-4748-B005-EB2E6892FEC2}" type="pres">
      <dgm:prSet presAssocID="{FA01871C-7F05-4721-8536-C22E7A623F18}" presName="tx1" presStyleLbl="revTx" presStyleIdx="3" presStyleCnt="7"/>
      <dgm:spPr/>
    </dgm:pt>
    <dgm:pt modelId="{09BBF9EF-20B2-451D-B95B-E780A72D5F2D}" type="pres">
      <dgm:prSet presAssocID="{FA01871C-7F05-4721-8536-C22E7A623F18}" presName="vert1" presStyleCnt="0"/>
      <dgm:spPr/>
    </dgm:pt>
    <dgm:pt modelId="{90BB229F-2710-4BCD-B0B4-75EEEDFFA3EA}" type="pres">
      <dgm:prSet presAssocID="{1EF90C47-BAF5-4045-9EAD-51386E21A6DD}" presName="thickLine" presStyleLbl="alignNode1" presStyleIdx="4" presStyleCnt="7"/>
      <dgm:spPr/>
    </dgm:pt>
    <dgm:pt modelId="{2350B305-4E9F-4236-B1FC-E2BC2453707B}" type="pres">
      <dgm:prSet presAssocID="{1EF90C47-BAF5-4045-9EAD-51386E21A6DD}" presName="horz1" presStyleCnt="0"/>
      <dgm:spPr/>
    </dgm:pt>
    <dgm:pt modelId="{B1793521-5E14-4663-B733-FA38959C1F35}" type="pres">
      <dgm:prSet presAssocID="{1EF90C47-BAF5-4045-9EAD-51386E21A6DD}" presName="tx1" presStyleLbl="revTx" presStyleIdx="4" presStyleCnt="7"/>
      <dgm:spPr/>
    </dgm:pt>
    <dgm:pt modelId="{4778C788-9226-4DBE-AC46-49626886FAB4}" type="pres">
      <dgm:prSet presAssocID="{1EF90C47-BAF5-4045-9EAD-51386E21A6DD}" presName="vert1" presStyleCnt="0"/>
      <dgm:spPr/>
    </dgm:pt>
    <dgm:pt modelId="{D6A988BB-DEF2-4DCA-AEC7-5DB89D32D1F8}" type="pres">
      <dgm:prSet presAssocID="{9B471D20-1A6F-4887-BE5D-6E0EF92E2EA8}" presName="thickLine" presStyleLbl="alignNode1" presStyleIdx="5" presStyleCnt="7"/>
      <dgm:spPr/>
    </dgm:pt>
    <dgm:pt modelId="{073EC084-A66A-4201-AF9D-15778A96FB11}" type="pres">
      <dgm:prSet presAssocID="{9B471D20-1A6F-4887-BE5D-6E0EF92E2EA8}" presName="horz1" presStyleCnt="0"/>
      <dgm:spPr/>
    </dgm:pt>
    <dgm:pt modelId="{2CCCC8EC-137F-4094-90E6-5B0B932A695F}" type="pres">
      <dgm:prSet presAssocID="{9B471D20-1A6F-4887-BE5D-6E0EF92E2EA8}" presName="tx1" presStyleLbl="revTx" presStyleIdx="5" presStyleCnt="7"/>
      <dgm:spPr/>
    </dgm:pt>
    <dgm:pt modelId="{A440AA37-BED7-44E6-AD2B-6D465D2B7336}" type="pres">
      <dgm:prSet presAssocID="{9B471D20-1A6F-4887-BE5D-6E0EF92E2EA8}" presName="vert1" presStyleCnt="0"/>
      <dgm:spPr/>
    </dgm:pt>
    <dgm:pt modelId="{B78205D2-6EDC-4591-AA09-4E32AADCDA29}" type="pres">
      <dgm:prSet presAssocID="{B317F436-C5EA-4F4C-9A6F-668E628A5F41}" presName="thickLine" presStyleLbl="alignNode1" presStyleIdx="6" presStyleCnt="7"/>
      <dgm:spPr/>
    </dgm:pt>
    <dgm:pt modelId="{19262B86-C041-4ED8-A896-87F888972973}" type="pres">
      <dgm:prSet presAssocID="{B317F436-C5EA-4F4C-9A6F-668E628A5F41}" presName="horz1" presStyleCnt="0"/>
      <dgm:spPr/>
    </dgm:pt>
    <dgm:pt modelId="{E029A216-35D6-49F0-A9A4-78EB189F701A}" type="pres">
      <dgm:prSet presAssocID="{B317F436-C5EA-4F4C-9A6F-668E628A5F41}" presName="tx1" presStyleLbl="revTx" presStyleIdx="6" presStyleCnt="7"/>
      <dgm:spPr/>
    </dgm:pt>
    <dgm:pt modelId="{2B12C485-E109-447F-B3C1-8E73972E6B63}" type="pres">
      <dgm:prSet presAssocID="{B317F436-C5EA-4F4C-9A6F-668E628A5F41}" presName="vert1" presStyleCnt="0"/>
      <dgm:spPr/>
    </dgm:pt>
  </dgm:ptLst>
  <dgm:cxnLst>
    <dgm:cxn modelId="{053C3808-E566-4C6B-BE28-1C7BFC17F193}" type="presOf" srcId="{B317F436-C5EA-4F4C-9A6F-668E628A5F41}" destId="{E029A216-35D6-49F0-A9A4-78EB189F701A}" srcOrd="0" destOrd="0" presId="urn:microsoft.com/office/officeart/2008/layout/LinedList"/>
    <dgm:cxn modelId="{08B60A0C-B581-4363-8E31-D5D3FBEB0E06}" srcId="{1C8DF667-C9DA-4938-B0AF-E413EEC2DB3C}" destId="{B317F436-C5EA-4F4C-9A6F-668E628A5F41}" srcOrd="6" destOrd="0" parTransId="{6A4F22E3-7FE3-43DC-8B4F-8ED4AECB8763}" sibTransId="{6A5E9CB1-70D1-47D8-9026-1D973E09B9E9}"/>
    <dgm:cxn modelId="{62A6BF15-975D-40E1-A98F-8B9A9E432F97}" type="presOf" srcId="{2D06D033-0220-4050-92A6-6E26C00EF6BE}" destId="{274547FD-D078-49F3-A699-C976EC2FBB7B}" srcOrd="0" destOrd="0" presId="urn:microsoft.com/office/officeart/2008/layout/LinedList"/>
    <dgm:cxn modelId="{A8276E16-6507-425D-81AC-63A4F6FD697E}" srcId="{1C8DF667-C9DA-4938-B0AF-E413EEC2DB3C}" destId="{FA01871C-7F05-4721-8536-C22E7A623F18}" srcOrd="3" destOrd="0" parTransId="{AE7B099F-7F54-4F71-8A2E-42F5C0D2ECC0}" sibTransId="{7D28A3E8-A6C0-40D3-BBE1-B437F7015C7D}"/>
    <dgm:cxn modelId="{101B981A-2375-4309-B9B6-642996374195}" srcId="{1C8DF667-C9DA-4938-B0AF-E413EEC2DB3C}" destId="{6DBA61E5-3225-4E8B-A6D9-69BDB3752BF2}" srcOrd="2" destOrd="0" parTransId="{CFC2C2A9-5EAE-465A-8ACB-FBC655818B64}" sibTransId="{A329703B-C65E-41C3-903C-329CCFE4480A}"/>
    <dgm:cxn modelId="{3B85AD29-2001-468A-B013-DF5438556D60}" srcId="{1C8DF667-C9DA-4938-B0AF-E413EEC2DB3C}" destId="{94387629-1506-4C3C-80EC-1C2F1A410CCB}" srcOrd="1" destOrd="0" parTransId="{57BC7FF6-8982-45A1-BAE8-01C4AD315258}" sibTransId="{F489CBEE-62CB-48C6-80AE-D1D0D702C33F}"/>
    <dgm:cxn modelId="{C9AF0636-186D-405A-9936-FD459C915F60}" type="presOf" srcId="{FA01871C-7F05-4721-8536-C22E7A623F18}" destId="{C7118431-BB95-4748-B005-EB2E6892FEC2}" srcOrd="0" destOrd="0" presId="urn:microsoft.com/office/officeart/2008/layout/LinedList"/>
    <dgm:cxn modelId="{BF6A313B-9A04-42D8-B4EB-EB63BA9713EE}" srcId="{1C8DF667-C9DA-4938-B0AF-E413EEC2DB3C}" destId="{2D06D033-0220-4050-92A6-6E26C00EF6BE}" srcOrd="0" destOrd="0" parTransId="{F2965EED-17A5-4158-B2CF-5D3C95FF838B}" sibTransId="{3CCE5C3A-DE23-47A3-98AA-60898E119513}"/>
    <dgm:cxn modelId="{D6FCF13D-3948-4B51-B634-ACACBF9E2917}" type="presOf" srcId="{1EF90C47-BAF5-4045-9EAD-51386E21A6DD}" destId="{B1793521-5E14-4663-B733-FA38959C1F35}" srcOrd="0" destOrd="0" presId="urn:microsoft.com/office/officeart/2008/layout/LinedList"/>
    <dgm:cxn modelId="{F4E8E248-D74F-4F88-B87C-8EE8296C04BE}" srcId="{1C8DF667-C9DA-4938-B0AF-E413EEC2DB3C}" destId="{9B471D20-1A6F-4887-BE5D-6E0EF92E2EA8}" srcOrd="5" destOrd="0" parTransId="{89256EBB-9AB5-45BA-94ED-02B7F9F38E8A}" sibTransId="{5667AC33-58DA-4060-8088-573344AB7A7F}"/>
    <dgm:cxn modelId="{5A42C6CC-9068-44E8-8B5A-B982FAE0B953}" srcId="{1C8DF667-C9DA-4938-B0AF-E413EEC2DB3C}" destId="{1EF90C47-BAF5-4045-9EAD-51386E21A6DD}" srcOrd="4" destOrd="0" parTransId="{A59667C2-AFDA-459F-9636-6E02FC80840C}" sibTransId="{1C56AC0A-E4AC-40BB-AEA7-2C9271CABE53}"/>
    <dgm:cxn modelId="{7C172FD5-E598-41F6-B53A-C860DD71818E}" type="presOf" srcId="{6DBA61E5-3225-4E8B-A6D9-69BDB3752BF2}" destId="{6D42D8C4-202C-4327-956D-FEE768C4E90D}" srcOrd="0" destOrd="0" presId="urn:microsoft.com/office/officeart/2008/layout/LinedList"/>
    <dgm:cxn modelId="{7077CFD6-0F59-4380-8F99-608BA31FF943}" type="presOf" srcId="{9B471D20-1A6F-4887-BE5D-6E0EF92E2EA8}" destId="{2CCCC8EC-137F-4094-90E6-5B0B932A695F}" srcOrd="0" destOrd="0" presId="urn:microsoft.com/office/officeart/2008/layout/LinedList"/>
    <dgm:cxn modelId="{52356ADF-B9AA-4CB8-9387-150366FFB3AF}" type="presOf" srcId="{1C8DF667-C9DA-4938-B0AF-E413EEC2DB3C}" destId="{D5E7E5DB-B26D-4A18-BE3B-A399D8F07317}" srcOrd="0" destOrd="0" presId="urn:microsoft.com/office/officeart/2008/layout/LinedList"/>
    <dgm:cxn modelId="{52B1E4E9-8A16-4B18-8170-CC71F1048798}" type="presOf" srcId="{94387629-1506-4C3C-80EC-1C2F1A410CCB}" destId="{09603DB6-DE8E-4412-922C-A361F847B07A}" srcOrd="0" destOrd="0" presId="urn:microsoft.com/office/officeart/2008/layout/LinedList"/>
    <dgm:cxn modelId="{618E1DB9-126B-4B44-9601-DA11895572C0}" type="presParOf" srcId="{D5E7E5DB-B26D-4A18-BE3B-A399D8F07317}" destId="{E44962DF-3455-4367-B555-0DB32496B416}" srcOrd="0" destOrd="0" presId="urn:microsoft.com/office/officeart/2008/layout/LinedList"/>
    <dgm:cxn modelId="{35B07C27-1A1F-4436-AA44-1D6BD3CBA3C7}" type="presParOf" srcId="{D5E7E5DB-B26D-4A18-BE3B-A399D8F07317}" destId="{662976BE-5F2E-4A60-87A6-D35253E6E3B1}" srcOrd="1" destOrd="0" presId="urn:microsoft.com/office/officeart/2008/layout/LinedList"/>
    <dgm:cxn modelId="{A281825A-05EC-4E23-A85D-E75D2BAE4BA4}" type="presParOf" srcId="{662976BE-5F2E-4A60-87A6-D35253E6E3B1}" destId="{274547FD-D078-49F3-A699-C976EC2FBB7B}" srcOrd="0" destOrd="0" presId="urn:microsoft.com/office/officeart/2008/layout/LinedList"/>
    <dgm:cxn modelId="{C15E048B-B333-4C7D-AE1B-FD523BBC2529}" type="presParOf" srcId="{662976BE-5F2E-4A60-87A6-D35253E6E3B1}" destId="{9EC8AE03-D1BF-412C-AB6D-A1C44EDC3223}" srcOrd="1" destOrd="0" presId="urn:microsoft.com/office/officeart/2008/layout/LinedList"/>
    <dgm:cxn modelId="{2F3FEB14-0819-4559-804E-F200CD4B0DBB}" type="presParOf" srcId="{D5E7E5DB-B26D-4A18-BE3B-A399D8F07317}" destId="{02D27C15-54D3-4C0B-A5A0-AD8CD28E1935}" srcOrd="2" destOrd="0" presId="urn:microsoft.com/office/officeart/2008/layout/LinedList"/>
    <dgm:cxn modelId="{1BEA1E6B-455A-416F-BFE7-0A5D5B920E00}" type="presParOf" srcId="{D5E7E5DB-B26D-4A18-BE3B-A399D8F07317}" destId="{230D5026-19F0-4123-B778-023B0C835AC8}" srcOrd="3" destOrd="0" presId="urn:microsoft.com/office/officeart/2008/layout/LinedList"/>
    <dgm:cxn modelId="{97EDD4CE-36A8-4D2A-A0A0-A5FAFB13AC06}" type="presParOf" srcId="{230D5026-19F0-4123-B778-023B0C835AC8}" destId="{09603DB6-DE8E-4412-922C-A361F847B07A}" srcOrd="0" destOrd="0" presId="urn:microsoft.com/office/officeart/2008/layout/LinedList"/>
    <dgm:cxn modelId="{16F58938-ECB7-4D38-8A17-FD5D86119A7D}" type="presParOf" srcId="{230D5026-19F0-4123-B778-023B0C835AC8}" destId="{C006E690-1215-4CC1-92EF-694C515AC9D1}" srcOrd="1" destOrd="0" presId="urn:microsoft.com/office/officeart/2008/layout/LinedList"/>
    <dgm:cxn modelId="{BD21F1C3-32CF-41A1-8F87-A6749CAD4EF5}" type="presParOf" srcId="{D5E7E5DB-B26D-4A18-BE3B-A399D8F07317}" destId="{08AA94D8-467A-4AEA-995E-E73963A40AC2}" srcOrd="4" destOrd="0" presId="urn:microsoft.com/office/officeart/2008/layout/LinedList"/>
    <dgm:cxn modelId="{BB1D97B5-71FF-4896-B18F-BA97EDF95327}" type="presParOf" srcId="{D5E7E5DB-B26D-4A18-BE3B-A399D8F07317}" destId="{EDBEE9A0-0669-4B8E-BC93-0D9FF0CE5229}" srcOrd="5" destOrd="0" presId="urn:microsoft.com/office/officeart/2008/layout/LinedList"/>
    <dgm:cxn modelId="{03DA3972-C33A-4AC9-9F5C-AB002C35FD72}" type="presParOf" srcId="{EDBEE9A0-0669-4B8E-BC93-0D9FF0CE5229}" destId="{6D42D8C4-202C-4327-956D-FEE768C4E90D}" srcOrd="0" destOrd="0" presId="urn:microsoft.com/office/officeart/2008/layout/LinedList"/>
    <dgm:cxn modelId="{EE353CA3-C9A9-40C8-914E-1C78212B58D7}" type="presParOf" srcId="{EDBEE9A0-0669-4B8E-BC93-0D9FF0CE5229}" destId="{1618B494-FA5A-493B-894C-099F1BC11B32}" srcOrd="1" destOrd="0" presId="urn:microsoft.com/office/officeart/2008/layout/LinedList"/>
    <dgm:cxn modelId="{EC5C81D4-AB8F-4E3C-97F8-FF848D0D2951}" type="presParOf" srcId="{D5E7E5DB-B26D-4A18-BE3B-A399D8F07317}" destId="{FE5015A8-120F-45B6-8E89-F4866A96B1EB}" srcOrd="6" destOrd="0" presId="urn:microsoft.com/office/officeart/2008/layout/LinedList"/>
    <dgm:cxn modelId="{F061FEEF-E8E9-497D-BDE1-4A033AF73693}" type="presParOf" srcId="{D5E7E5DB-B26D-4A18-BE3B-A399D8F07317}" destId="{3EF4CDB2-8BC4-427A-B5E3-EBBE5868CC93}" srcOrd="7" destOrd="0" presId="urn:microsoft.com/office/officeart/2008/layout/LinedList"/>
    <dgm:cxn modelId="{AA9480DB-867F-4EB9-8699-C55AF065878B}" type="presParOf" srcId="{3EF4CDB2-8BC4-427A-B5E3-EBBE5868CC93}" destId="{C7118431-BB95-4748-B005-EB2E6892FEC2}" srcOrd="0" destOrd="0" presId="urn:microsoft.com/office/officeart/2008/layout/LinedList"/>
    <dgm:cxn modelId="{62A5BC33-1AB6-4ECD-923D-0FA87253DF4F}" type="presParOf" srcId="{3EF4CDB2-8BC4-427A-B5E3-EBBE5868CC93}" destId="{09BBF9EF-20B2-451D-B95B-E780A72D5F2D}" srcOrd="1" destOrd="0" presId="urn:microsoft.com/office/officeart/2008/layout/LinedList"/>
    <dgm:cxn modelId="{16574273-C11F-436A-914D-F7B8F5D99E75}" type="presParOf" srcId="{D5E7E5DB-B26D-4A18-BE3B-A399D8F07317}" destId="{90BB229F-2710-4BCD-B0B4-75EEEDFFA3EA}" srcOrd="8" destOrd="0" presId="urn:microsoft.com/office/officeart/2008/layout/LinedList"/>
    <dgm:cxn modelId="{B6846DBA-C00D-4FF3-A8E4-BB7221DA43FF}" type="presParOf" srcId="{D5E7E5DB-B26D-4A18-BE3B-A399D8F07317}" destId="{2350B305-4E9F-4236-B1FC-E2BC2453707B}" srcOrd="9" destOrd="0" presId="urn:microsoft.com/office/officeart/2008/layout/LinedList"/>
    <dgm:cxn modelId="{45917D73-5536-4785-8A74-5BCA0E17EC17}" type="presParOf" srcId="{2350B305-4E9F-4236-B1FC-E2BC2453707B}" destId="{B1793521-5E14-4663-B733-FA38959C1F35}" srcOrd="0" destOrd="0" presId="urn:microsoft.com/office/officeart/2008/layout/LinedList"/>
    <dgm:cxn modelId="{54A8A959-F7E0-4658-B87A-F21B35278650}" type="presParOf" srcId="{2350B305-4E9F-4236-B1FC-E2BC2453707B}" destId="{4778C788-9226-4DBE-AC46-49626886FAB4}" srcOrd="1" destOrd="0" presId="urn:microsoft.com/office/officeart/2008/layout/LinedList"/>
    <dgm:cxn modelId="{F32CDB4B-3092-4EBD-9D5C-A8B1A73DA9B5}" type="presParOf" srcId="{D5E7E5DB-B26D-4A18-BE3B-A399D8F07317}" destId="{D6A988BB-DEF2-4DCA-AEC7-5DB89D32D1F8}" srcOrd="10" destOrd="0" presId="urn:microsoft.com/office/officeart/2008/layout/LinedList"/>
    <dgm:cxn modelId="{4ADDC87F-87C5-4F53-AFA8-EE1FF5A2F812}" type="presParOf" srcId="{D5E7E5DB-B26D-4A18-BE3B-A399D8F07317}" destId="{073EC084-A66A-4201-AF9D-15778A96FB11}" srcOrd="11" destOrd="0" presId="urn:microsoft.com/office/officeart/2008/layout/LinedList"/>
    <dgm:cxn modelId="{9AD1F898-816E-476A-ACAE-0CFDF7AD2387}" type="presParOf" srcId="{073EC084-A66A-4201-AF9D-15778A96FB11}" destId="{2CCCC8EC-137F-4094-90E6-5B0B932A695F}" srcOrd="0" destOrd="0" presId="urn:microsoft.com/office/officeart/2008/layout/LinedList"/>
    <dgm:cxn modelId="{8E4C5A76-3E78-4A4E-AF61-5AC123885C80}" type="presParOf" srcId="{073EC084-A66A-4201-AF9D-15778A96FB11}" destId="{A440AA37-BED7-44E6-AD2B-6D465D2B7336}" srcOrd="1" destOrd="0" presId="urn:microsoft.com/office/officeart/2008/layout/LinedList"/>
    <dgm:cxn modelId="{9BF7A35A-32CB-442F-A2AD-7588169F65AB}" type="presParOf" srcId="{D5E7E5DB-B26D-4A18-BE3B-A399D8F07317}" destId="{B78205D2-6EDC-4591-AA09-4E32AADCDA29}" srcOrd="12" destOrd="0" presId="urn:microsoft.com/office/officeart/2008/layout/LinedList"/>
    <dgm:cxn modelId="{366F0861-E02C-4320-9CAA-92CF873E1F06}" type="presParOf" srcId="{D5E7E5DB-B26D-4A18-BE3B-A399D8F07317}" destId="{19262B86-C041-4ED8-A896-87F888972973}" srcOrd="13" destOrd="0" presId="urn:microsoft.com/office/officeart/2008/layout/LinedList"/>
    <dgm:cxn modelId="{1B87CCDD-BC84-4157-AC21-EFA96131830E}" type="presParOf" srcId="{19262B86-C041-4ED8-A896-87F888972973}" destId="{E029A216-35D6-49F0-A9A4-78EB189F701A}" srcOrd="0" destOrd="0" presId="urn:microsoft.com/office/officeart/2008/layout/LinedList"/>
    <dgm:cxn modelId="{62889A71-0DC6-4BBC-88D3-AF37A03AC40B}" type="presParOf" srcId="{19262B86-C041-4ED8-A896-87F888972973}" destId="{2B12C485-E109-447F-B3C1-8E73972E6B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BA095-80A3-445D-9668-05F2CC72E67B}">
      <dsp:nvSpPr>
        <dsp:cNvPr id="0" name=""/>
        <dsp:cNvSpPr/>
      </dsp:nvSpPr>
      <dsp:spPr>
        <a:xfrm>
          <a:off x="0" y="703"/>
          <a:ext cx="64087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EB812-DA5C-488D-B163-DB7692133B63}">
      <dsp:nvSpPr>
        <dsp:cNvPr id="0" name=""/>
        <dsp:cNvSpPr/>
      </dsp:nvSpPr>
      <dsp:spPr>
        <a:xfrm>
          <a:off x="0" y="703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/>
            <a:t>1. Introduction</a:t>
          </a:r>
          <a:endParaRPr lang="en-US" sz="2600" kern="1200"/>
        </a:p>
      </dsp:txBody>
      <dsp:txXfrm>
        <a:off x="0" y="703"/>
        <a:ext cx="6408738" cy="575804"/>
      </dsp:txXfrm>
    </dsp:sp>
    <dsp:sp modelId="{78D54E94-DD50-4449-B094-5B1ADC6409B0}">
      <dsp:nvSpPr>
        <dsp:cNvPr id="0" name=""/>
        <dsp:cNvSpPr/>
      </dsp:nvSpPr>
      <dsp:spPr>
        <a:xfrm>
          <a:off x="0" y="576507"/>
          <a:ext cx="6408738" cy="0"/>
        </a:xfrm>
        <a:prstGeom prst="line">
          <a:avLst/>
        </a:prstGeom>
        <a:solidFill>
          <a:schemeClr val="accent2">
            <a:hueOff val="-659644"/>
            <a:satOff val="0"/>
            <a:lumOff val="-2680"/>
            <a:alphaOff val="0"/>
          </a:schemeClr>
        </a:solidFill>
        <a:ln w="12700" cap="flat" cmpd="sng" algn="ctr">
          <a:solidFill>
            <a:schemeClr val="accent2">
              <a:hueOff val="-659644"/>
              <a:satOff val="0"/>
              <a:lumOff val="-26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39848-D0B3-4609-B33C-D7DFFA0EC631}">
      <dsp:nvSpPr>
        <dsp:cNvPr id="0" name=""/>
        <dsp:cNvSpPr/>
      </dsp:nvSpPr>
      <dsp:spPr>
        <a:xfrm>
          <a:off x="0" y="576507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i="1" kern="1200" baseline="0">
              <a:latin typeface="Bell MT"/>
            </a:rPr>
            <a:t>2</a:t>
          </a:r>
          <a:r>
            <a:rPr lang="en-GB" i="1" kern="1200" baseline="0">
              <a:latin typeface="Bell MT"/>
            </a:rPr>
            <a:t>.</a:t>
          </a:r>
          <a:r>
            <a:rPr lang="en-GB" sz="2800" i="1" kern="1200" baseline="0">
              <a:latin typeface="Bell MT"/>
            </a:rPr>
            <a:t> Problem statement</a:t>
          </a:r>
        </a:p>
      </dsp:txBody>
      <dsp:txXfrm>
        <a:off x="0" y="576507"/>
        <a:ext cx="6408738" cy="575804"/>
      </dsp:txXfrm>
    </dsp:sp>
    <dsp:sp modelId="{7FC89984-7018-4778-8299-532F5ACF3987}">
      <dsp:nvSpPr>
        <dsp:cNvPr id="0" name=""/>
        <dsp:cNvSpPr/>
      </dsp:nvSpPr>
      <dsp:spPr>
        <a:xfrm>
          <a:off x="0" y="1152311"/>
          <a:ext cx="6408738" cy="0"/>
        </a:xfrm>
        <a:prstGeom prst="line">
          <a:avLst/>
        </a:prstGeom>
        <a:solidFill>
          <a:schemeClr val="accent2">
            <a:hueOff val="-1319288"/>
            <a:satOff val="0"/>
            <a:lumOff val="-5360"/>
            <a:alphaOff val="0"/>
          </a:schemeClr>
        </a:solidFill>
        <a:ln w="12700" cap="flat" cmpd="sng" algn="ctr">
          <a:solidFill>
            <a:schemeClr val="accent2">
              <a:hueOff val="-1319288"/>
              <a:satOff val="0"/>
              <a:lumOff val="-53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9FF45-2312-42D3-881A-F3085226AE7B}">
      <dsp:nvSpPr>
        <dsp:cNvPr id="0" name=""/>
        <dsp:cNvSpPr/>
      </dsp:nvSpPr>
      <dsp:spPr>
        <a:xfrm>
          <a:off x="0" y="1152311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3</a:t>
          </a:r>
          <a:r>
            <a:rPr lang="en-GB" sz="2600" i="1" kern="1200" baseline="0"/>
            <a:t>. Project Objectives</a:t>
          </a:r>
          <a:endParaRPr lang="en-US" sz="2600" kern="1200"/>
        </a:p>
      </dsp:txBody>
      <dsp:txXfrm>
        <a:off x="0" y="1152311"/>
        <a:ext cx="6408738" cy="575804"/>
      </dsp:txXfrm>
    </dsp:sp>
    <dsp:sp modelId="{043BBD1F-85E2-4485-98CA-83B246BAF0F4}">
      <dsp:nvSpPr>
        <dsp:cNvPr id="0" name=""/>
        <dsp:cNvSpPr/>
      </dsp:nvSpPr>
      <dsp:spPr>
        <a:xfrm>
          <a:off x="0" y="1728116"/>
          <a:ext cx="6408738" cy="0"/>
        </a:xfrm>
        <a:prstGeom prst="line">
          <a:avLst/>
        </a:prstGeom>
        <a:solidFill>
          <a:schemeClr val="accent2">
            <a:hueOff val="-1978932"/>
            <a:satOff val="0"/>
            <a:lumOff val="-8039"/>
            <a:alphaOff val="0"/>
          </a:schemeClr>
        </a:solidFill>
        <a:ln w="12700" cap="flat" cmpd="sng" algn="ctr">
          <a:solidFill>
            <a:schemeClr val="accent2">
              <a:hueOff val="-1978932"/>
              <a:satOff val="0"/>
              <a:lumOff val="-80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40A71-FEC4-4E88-93F4-F32992455579}">
      <dsp:nvSpPr>
        <dsp:cNvPr id="0" name=""/>
        <dsp:cNvSpPr/>
      </dsp:nvSpPr>
      <dsp:spPr>
        <a:xfrm>
          <a:off x="0" y="1728116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1" kern="1200" baseline="0">
              <a:latin typeface="Bell MT"/>
            </a:rPr>
            <a:t>4. Features</a:t>
          </a:r>
        </a:p>
      </dsp:txBody>
      <dsp:txXfrm>
        <a:off x="0" y="1728116"/>
        <a:ext cx="6408738" cy="575804"/>
      </dsp:txXfrm>
    </dsp:sp>
    <dsp:sp modelId="{30BF07AA-B251-460B-A38D-CB423C9F222A}">
      <dsp:nvSpPr>
        <dsp:cNvPr id="0" name=""/>
        <dsp:cNvSpPr/>
      </dsp:nvSpPr>
      <dsp:spPr>
        <a:xfrm>
          <a:off x="0" y="2303920"/>
          <a:ext cx="6408738" cy="0"/>
        </a:xfrm>
        <a:prstGeom prst="line">
          <a:avLst/>
        </a:prstGeom>
        <a:solidFill>
          <a:schemeClr val="accent2">
            <a:hueOff val="-2638575"/>
            <a:satOff val="0"/>
            <a:lumOff val="-10719"/>
            <a:alphaOff val="0"/>
          </a:schemeClr>
        </a:solidFill>
        <a:ln w="12700" cap="flat" cmpd="sng" algn="ctr">
          <a:solidFill>
            <a:schemeClr val="accent2">
              <a:hueOff val="-2638575"/>
              <a:satOff val="0"/>
              <a:lumOff val="-107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C817A-FCC6-4132-A4A9-256D14BC1E50}">
      <dsp:nvSpPr>
        <dsp:cNvPr id="0" name=""/>
        <dsp:cNvSpPr/>
      </dsp:nvSpPr>
      <dsp:spPr>
        <a:xfrm>
          <a:off x="0" y="2303920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5</a:t>
          </a:r>
          <a:r>
            <a:rPr lang="en-GB" sz="2600" i="1" kern="1200" baseline="0"/>
            <a:t>. Project Requirements</a:t>
          </a:r>
          <a:endParaRPr lang="en-US" sz="2600" kern="1200"/>
        </a:p>
      </dsp:txBody>
      <dsp:txXfrm>
        <a:off x="0" y="2303920"/>
        <a:ext cx="6408738" cy="575804"/>
      </dsp:txXfrm>
    </dsp:sp>
    <dsp:sp modelId="{DA725CEB-632D-41FF-BA0D-1F7A6B962C38}">
      <dsp:nvSpPr>
        <dsp:cNvPr id="0" name=""/>
        <dsp:cNvSpPr/>
      </dsp:nvSpPr>
      <dsp:spPr>
        <a:xfrm>
          <a:off x="0" y="2879724"/>
          <a:ext cx="6408738" cy="0"/>
        </a:xfrm>
        <a:prstGeom prst="line">
          <a:avLst/>
        </a:prstGeom>
        <a:solidFill>
          <a:schemeClr val="accent2">
            <a:hueOff val="-3298220"/>
            <a:satOff val="0"/>
            <a:lumOff val="-13399"/>
            <a:alphaOff val="0"/>
          </a:schemeClr>
        </a:solidFill>
        <a:ln w="12700" cap="flat" cmpd="sng" algn="ctr">
          <a:solidFill>
            <a:schemeClr val="accent2">
              <a:hueOff val="-3298220"/>
              <a:satOff val="0"/>
              <a:lumOff val="-133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611A3-7E95-4AD5-860B-349CF300AA1B}">
      <dsp:nvSpPr>
        <dsp:cNvPr id="0" name=""/>
        <dsp:cNvSpPr/>
      </dsp:nvSpPr>
      <dsp:spPr>
        <a:xfrm>
          <a:off x="0" y="2879725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6</a:t>
          </a:r>
          <a:r>
            <a:rPr lang="en-GB" sz="2600" i="1" kern="1200" baseline="0"/>
            <a:t>. Data Collection and Preprocessing </a:t>
          </a:r>
          <a:endParaRPr lang="en-US" sz="2600" kern="1200"/>
        </a:p>
      </dsp:txBody>
      <dsp:txXfrm>
        <a:off x="0" y="2879725"/>
        <a:ext cx="6408738" cy="575804"/>
      </dsp:txXfrm>
    </dsp:sp>
    <dsp:sp modelId="{13FF2F61-3608-48F1-A939-D5E05CDC44D9}">
      <dsp:nvSpPr>
        <dsp:cNvPr id="0" name=""/>
        <dsp:cNvSpPr/>
      </dsp:nvSpPr>
      <dsp:spPr>
        <a:xfrm>
          <a:off x="0" y="3455529"/>
          <a:ext cx="6408738" cy="0"/>
        </a:xfrm>
        <a:prstGeom prst="line">
          <a:avLst/>
        </a:prstGeom>
        <a:solidFill>
          <a:schemeClr val="accent2">
            <a:hueOff val="-3957863"/>
            <a:satOff val="0"/>
            <a:lumOff val="-16079"/>
            <a:alphaOff val="0"/>
          </a:schemeClr>
        </a:solidFill>
        <a:ln w="12700" cap="flat" cmpd="sng" algn="ctr">
          <a:solidFill>
            <a:schemeClr val="accent2">
              <a:hueOff val="-3957863"/>
              <a:satOff val="0"/>
              <a:lumOff val="-16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B922C-0F52-4B6A-A7F8-C8C3C2DC06D4}">
      <dsp:nvSpPr>
        <dsp:cNvPr id="0" name=""/>
        <dsp:cNvSpPr/>
      </dsp:nvSpPr>
      <dsp:spPr>
        <a:xfrm>
          <a:off x="0" y="3455529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7</a:t>
          </a:r>
          <a:r>
            <a:rPr lang="en-GB" sz="2600" i="1" kern="1200" baseline="0"/>
            <a:t>. Results and Visualizations </a:t>
          </a:r>
          <a:endParaRPr lang="en-US" sz="2600" kern="1200"/>
        </a:p>
      </dsp:txBody>
      <dsp:txXfrm>
        <a:off x="0" y="3455529"/>
        <a:ext cx="6408738" cy="575804"/>
      </dsp:txXfrm>
    </dsp:sp>
    <dsp:sp modelId="{16D012FE-795B-4F49-A58D-E23178D97EA6}">
      <dsp:nvSpPr>
        <dsp:cNvPr id="0" name=""/>
        <dsp:cNvSpPr/>
      </dsp:nvSpPr>
      <dsp:spPr>
        <a:xfrm>
          <a:off x="0" y="4031333"/>
          <a:ext cx="6408738" cy="0"/>
        </a:xfrm>
        <a:prstGeom prst="line">
          <a:avLst/>
        </a:prstGeom>
        <a:solidFill>
          <a:schemeClr val="accent2">
            <a:hueOff val="-4617507"/>
            <a:satOff val="0"/>
            <a:lumOff val="-18758"/>
            <a:alphaOff val="0"/>
          </a:schemeClr>
        </a:solidFill>
        <a:ln w="12700" cap="flat" cmpd="sng" algn="ctr">
          <a:solidFill>
            <a:schemeClr val="accent2">
              <a:hueOff val="-4617507"/>
              <a:satOff val="0"/>
              <a:lumOff val="-187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D0F10-FE51-4937-BC2C-8DF4EDBC56AC}">
      <dsp:nvSpPr>
        <dsp:cNvPr id="0" name=""/>
        <dsp:cNvSpPr/>
      </dsp:nvSpPr>
      <dsp:spPr>
        <a:xfrm>
          <a:off x="0" y="4031333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8</a:t>
          </a:r>
          <a:r>
            <a:rPr lang="en-GB" sz="2600" i="1" kern="1200" baseline="0"/>
            <a:t>. </a:t>
          </a:r>
          <a:r>
            <a:rPr lang="en-GB" sz="2600" i="1" kern="1200">
              <a:latin typeface="Calibri"/>
              <a:ea typeface="Calibri"/>
              <a:cs typeface="Calibri"/>
            </a:rPr>
            <a:t>Conclusion</a:t>
          </a:r>
          <a:endParaRPr lang="en-GB" sz="2600" i="1" kern="1200"/>
        </a:p>
      </dsp:txBody>
      <dsp:txXfrm>
        <a:off x="0" y="4031333"/>
        <a:ext cx="6408738" cy="575804"/>
      </dsp:txXfrm>
    </dsp:sp>
    <dsp:sp modelId="{7C90FF8F-2FDF-4049-8957-1F2ECD5F603C}">
      <dsp:nvSpPr>
        <dsp:cNvPr id="0" name=""/>
        <dsp:cNvSpPr/>
      </dsp:nvSpPr>
      <dsp:spPr>
        <a:xfrm>
          <a:off x="0" y="4607138"/>
          <a:ext cx="6408738" cy="0"/>
        </a:xfrm>
        <a:prstGeom prst="line">
          <a:avLst/>
        </a:prstGeom>
        <a:solidFill>
          <a:schemeClr val="accent2">
            <a:hueOff val="-5277151"/>
            <a:satOff val="0"/>
            <a:lumOff val="-21438"/>
            <a:alphaOff val="0"/>
          </a:schemeClr>
        </a:solidFill>
        <a:ln w="12700" cap="flat" cmpd="sng" algn="ctr">
          <a:solidFill>
            <a:schemeClr val="accent2">
              <a:hueOff val="-5277151"/>
              <a:satOff val="0"/>
              <a:lumOff val="-214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F160F-4DAE-46B2-895E-0DBEBF51BA48}">
      <dsp:nvSpPr>
        <dsp:cNvPr id="0" name=""/>
        <dsp:cNvSpPr/>
      </dsp:nvSpPr>
      <dsp:spPr>
        <a:xfrm>
          <a:off x="0" y="4607138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9</a:t>
          </a:r>
          <a:r>
            <a:rPr lang="en-GB" sz="2600" i="1" kern="1200" baseline="0"/>
            <a:t>. </a:t>
          </a:r>
          <a:r>
            <a:rPr lang="en-GB" sz="2600" i="1" kern="1200">
              <a:latin typeface="Calibri"/>
              <a:ea typeface="Calibri"/>
              <a:cs typeface="Calibri"/>
            </a:rPr>
            <a:t>Future Scope</a:t>
          </a:r>
          <a:endParaRPr lang="en-US" sz="2600" i="1" kern="1200"/>
        </a:p>
      </dsp:txBody>
      <dsp:txXfrm>
        <a:off x="0" y="4607138"/>
        <a:ext cx="6408738" cy="575804"/>
      </dsp:txXfrm>
    </dsp:sp>
    <dsp:sp modelId="{90EC6770-1F57-4F6A-924A-FD612E32AA36}">
      <dsp:nvSpPr>
        <dsp:cNvPr id="0" name=""/>
        <dsp:cNvSpPr/>
      </dsp:nvSpPr>
      <dsp:spPr>
        <a:xfrm>
          <a:off x="0" y="5182942"/>
          <a:ext cx="6408738" cy="0"/>
        </a:xfrm>
        <a:prstGeom prst="line">
          <a:avLst/>
        </a:prstGeom>
        <a:solidFill>
          <a:schemeClr val="accent2">
            <a:hueOff val="-5936795"/>
            <a:satOff val="0"/>
            <a:lumOff val="-24118"/>
            <a:alphaOff val="0"/>
          </a:schemeClr>
        </a:solidFill>
        <a:ln w="12700" cap="flat" cmpd="sng" algn="ctr">
          <a:solidFill>
            <a:schemeClr val="accent2">
              <a:hueOff val="-5936795"/>
              <a:satOff val="0"/>
              <a:lumOff val="-2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F1401-6783-4AF0-8058-C0E2D0909203}">
      <dsp:nvSpPr>
        <dsp:cNvPr id="0" name=""/>
        <dsp:cNvSpPr/>
      </dsp:nvSpPr>
      <dsp:spPr>
        <a:xfrm>
          <a:off x="0" y="5182942"/>
          <a:ext cx="6408738" cy="575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i="1" kern="1200" baseline="0">
              <a:latin typeface="Bell MT"/>
            </a:rPr>
            <a:t>10</a:t>
          </a:r>
          <a:r>
            <a:rPr lang="en-GB" sz="2600" i="1" kern="1200" baseline="0"/>
            <a:t>.</a:t>
          </a:r>
          <a:r>
            <a:rPr lang="en-GB" sz="2600" i="1" kern="1200" baseline="0">
              <a:latin typeface="Bell MT"/>
            </a:rPr>
            <a:t> </a:t>
          </a:r>
          <a:r>
            <a:rPr lang="en-GB" sz="2600" i="1" kern="1200" baseline="0"/>
            <a:t>Thank You</a:t>
          </a:r>
          <a:endParaRPr lang="en-US" sz="2600" i="1" kern="1200"/>
        </a:p>
      </dsp:txBody>
      <dsp:txXfrm>
        <a:off x="0" y="5182942"/>
        <a:ext cx="6408738" cy="575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0ACCB-1DCA-4829-ACB6-50C404A58A65}">
      <dsp:nvSpPr>
        <dsp:cNvPr id="0" name=""/>
        <dsp:cNvSpPr/>
      </dsp:nvSpPr>
      <dsp:spPr>
        <a:xfrm>
          <a:off x="0" y="461"/>
          <a:ext cx="111013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00DE1-9DE1-492D-8562-4D05C98309AF}">
      <dsp:nvSpPr>
        <dsp:cNvPr id="0" name=""/>
        <dsp:cNvSpPr/>
      </dsp:nvSpPr>
      <dsp:spPr>
        <a:xfrm>
          <a:off x="0" y="461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To </a:t>
          </a:r>
          <a:r>
            <a:rPr lang="en-GB" sz="2800" kern="1200" err="1"/>
            <a:t>analyze</a:t>
          </a:r>
          <a:r>
            <a:rPr lang="en-GB" sz="2800" kern="1200"/>
            <a:t> school education data across different states of India.</a:t>
          </a:r>
          <a:endParaRPr lang="en-US" sz="2800" kern="1200"/>
        </a:p>
      </dsp:txBody>
      <dsp:txXfrm>
        <a:off x="0" y="461"/>
        <a:ext cx="11101387" cy="755782"/>
      </dsp:txXfrm>
    </dsp:sp>
    <dsp:sp modelId="{5D0316AA-9DC5-4D7A-BF07-3E4E46C0FD0A}">
      <dsp:nvSpPr>
        <dsp:cNvPr id="0" name=""/>
        <dsp:cNvSpPr/>
      </dsp:nvSpPr>
      <dsp:spPr>
        <a:xfrm>
          <a:off x="0" y="756244"/>
          <a:ext cx="11101387" cy="0"/>
        </a:xfrm>
        <a:prstGeom prst="line">
          <a:avLst/>
        </a:prstGeom>
        <a:solidFill>
          <a:schemeClr val="accent2">
            <a:hueOff val="-1484199"/>
            <a:satOff val="0"/>
            <a:lumOff val="-6030"/>
            <a:alphaOff val="0"/>
          </a:schemeClr>
        </a:solidFill>
        <a:ln w="12700" cap="flat" cmpd="sng" algn="ctr">
          <a:solidFill>
            <a:schemeClr val="accent2">
              <a:hueOff val="-1484199"/>
              <a:satOff val="0"/>
              <a:lumOff val="-60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9033F-1721-4CBB-8DB1-12E374826701}">
      <dsp:nvSpPr>
        <dsp:cNvPr id="0" name=""/>
        <dsp:cNvSpPr/>
      </dsp:nvSpPr>
      <dsp:spPr>
        <a:xfrm>
          <a:off x="0" y="756244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study student </a:t>
          </a:r>
          <a:r>
            <a:rPr lang="en-GB" sz="2100" kern="1200" err="1"/>
            <a:t>enrollment</a:t>
          </a:r>
          <a:r>
            <a:rPr lang="en-GB" sz="2100" kern="1200"/>
            <a:t>, dropout rates, and school infrastructure.</a:t>
          </a:r>
          <a:endParaRPr lang="en-US" sz="2100" kern="1200"/>
        </a:p>
      </dsp:txBody>
      <dsp:txXfrm>
        <a:off x="0" y="756244"/>
        <a:ext cx="11101387" cy="755782"/>
      </dsp:txXfrm>
    </dsp:sp>
    <dsp:sp modelId="{E9CC6840-07D1-4E9F-AE9F-2E726C9B39E3}">
      <dsp:nvSpPr>
        <dsp:cNvPr id="0" name=""/>
        <dsp:cNvSpPr/>
      </dsp:nvSpPr>
      <dsp:spPr>
        <a:xfrm>
          <a:off x="0" y="1512027"/>
          <a:ext cx="11101387" cy="0"/>
        </a:xfrm>
        <a:prstGeom prst="line">
          <a:avLst/>
        </a:prstGeom>
        <a:solidFill>
          <a:schemeClr val="accent2">
            <a:hueOff val="-2968397"/>
            <a:satOff val="0"/>
            <a:lumOff val="-12059"/>
            <a:alphaOff val="0"/>
          </a:schemeClr>
        </a:solidFill>
        <a:ln w="12700" cap="flat" cmpd="sng" algn="ctr">
          <a:solidFill>
            <a:schemeClr val="accent2">
              <a:hueOff val="-2968397"/>
              <a:satOff val="0"/>
              <a:lumOff val="-12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CCA88-8D3F-46CF-8230-06CB810F9179}">
      <dsp:nvSpPr>
        <dsp:cNvPr id="0" name=""/>
        <dsp:cNvSpPr/>
      </dsp:nvSpPr>
      <dsp:spPr>
        <a:xfrm>
          <a:off x="0" y="1512027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identify trends and patterns in educational performance.</a:t>
          </a:r>
          <a:endParaRPr lang="en-US" sz="2100" kern="1200"/>
        </a:p>
      </dsp:txBody>
      <dsp:txXfrm>
        <a:off x="0" y="1512027"/>
        <a:ext cx="11101387" cy="755782"/>
      </dsp:txXfrm>
    </dsp:sp>
    <dsp:sp modelId="{943DEC9B-E10C-4FEE-AEE5-F6DEBD75619B}">
      <dsp:nvSpPr>
        <dsp:cNvPr id="0" name=""/>
        <dsp:cNvSpPr/>
      </dsp:nvSpPr>
      <dsp:spPr>
        <a:xfrm>
          <a:off x="0" y="2267809"/>
          <a:ext cx="11101387" cy="0"/>
        </a:xfrm>
        <a:prstGeom prst="line">
          <a:avLst/>
        </a:prstGeom>
        <a:solidFill>
          <a:schemeClr val="accent2">
            <a:hueOff val="-4452596"/>
            <a:satOff val="0"/>
            <a:lumOff val="-18089"/>
            <a:alphaOff val="0"/>
          </a:schemeClr>
        </a:solidFill>
        <a:ln w="12700" cap="flat" cmpd="sng" algn="ctr">
          <a:solidFill>
            <a:schemeClr val="accent2">
              <a:hueOff val="-4452596"/>
              <a:satOff val="0"/>
              <a:lumOff val="-180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39D99-B217-4584-A68F-A0E8F1BCF02B}">
      <dsp:nvSpPr>
        <dsp:cNvPr id="0" name=""/>
        <dsp:cNvSpPr/>
      </dsp:nvSpPr>
      <dsp:spPr>
        <a:xfrm>
          <a:off x="0" y="2267809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visualize the data using graphs and charts for better understanding.</a:t>
          </a:r>
          <a:endParaRPr lang="en-US" sz="2100" kern="1200"/>
        </a:p>
      </dsp:txBody>
      <dsp:txXfrm>
        <a:off x="0" y="2267809"/>
        <a:ext cx="11101387" cy="755782"/>
      </dsp:txXfrm>
    </dsp:sp>
    <dsp:sp modelId="{60E90033-3FBB-4457-B993-8C09BE3C4F8A}">
      <dsp:nvSpPr>
        <dsp:cNvPr id="0" name=""/>
        <dsp:cNvSpPr/>
      </dsp:nvSpPr>
      <dsp:spPr>
        <a:xfrm>
          <a:off x="0" y="3023592"/>
          <a:ext cx="11101387" cy="0"/>
        </a:xfrm>
        <a:prstGeom prst="line">
          <a:avLst/>
        </a:prstGeom>
        <a:solidFill>
          <a:schemeClr val="accent2">
            <a:hueOff val="-5936795"/>
            <a:satOff val="0"/>
            <a:lumOff val="-24118"/>
            <a:alphaOff val="0"/>
          </a:schemeClr>
        </a:solidFill>
        <a:ln w="12700" cap="flat" cmpd="sng" algn="ctr">
          <a:solidFill>
            <a:schemeClr val="accent2">
              <a:hueOff val="-5936795"/>
              <a:satOff val="0"/>
              <a:lumOff val="-2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B1BCE-F912-4933-A63A-64403ADD27BA}">
      <dsp:nvSpPr>
        <dsp:cNvPr id="0" name=""/>
        <dsp:cNvSpPr/>
      </dsp:nvSpPr>
      <dsp:spPr>
        <a:xfrm>
          <a:off x="0" y="3023592"/>
          <a:ext cx="11101387" cy="7557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To generate meaningful insights that can support educational planning and decision-making.</a:t>
          </a:r>
          <a:endParaRPr lang="en-US" sz="2100" kern="1200"/>
        </a:p>
      </dsp:txBody>
      <dsp:txXfrm>
        <a:off x="0" y="3023592"/>
        <a:ext cx="11101387" cy="7557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962DF-3455-4367-B555-0DB32496B416}">
      <dsp:nvSpPr>
        <dsp:cNvPr id="0" name=""/>
        <dsp:cNvSpPr/>
      </dsp:nvSpPr>
      <dsp:spPr>
        <a:xfrm>
          <a:off x="0" y="530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547FD-D078-49F3-A699-C976EC2FBB7B}">
      <dsp:nvSpPr>
        <dsp:cNvPr id="0" name=""/>
        <dsp:cNvSpPr/>
      </dsp:nvSpPr>
      <dsp:spPr>
        <a:xfrm>
          <a:off x="0" y="530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Data collection </a:t>
          </a:r>
          <a:r>
            <a:rPr lang="en-GB" sz="2300" kern="1200"/>
            <a:t>– Indian school education statics from </a:t>
          </a:r>
          <a:r>
            <a:rPr lang="en-GB" sz="2300" kern="1200" err="1"/>
            <a:t>kaggle</a:t>
          </a:r>
          <a:r>
            <a:rPr lang="en-GB" sz="2300" kern="1200"/>
            <a:t> </a:t>
          </a:r>
          <a:endParaRPr lang="en-US" sz="2300" kern="1200"/>
        </a:p>
      </dsp:txBody>
      <dsp:txXfrm>
        <a:off x="0" y="530"/>
        <a:ext cx="11072107" cy="620690"/>
      </dsp:txXfrm>
    </dsp:sp>
    <dsp:sp modelId="{02D27C15-54D3-4C0B-A5A0-AD8CD28E1935}">
      <dsp:nvSpPr>
        <dsp:cNvPr id="0" name=""/>
        <dsp:cNvSpPr/>
      </dsp:nvSpPr>
      <dsp:spPr>
        <a:xfrm>
          <a:off x="0" y="621220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03DB6-DE8E-4412-922C-A361F847B07A}">
      <dsp:nvSpPr>
        <dsp:cNvPr id="0" name=""/>
        <dsp:cNvSpPr/>
      </dsp:nvSpPr>
      <dsp:spPr>
        <a:xfrm>
          <a:off x="0" y="621220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Data preprocessing</a:t>
          </a:r>
          <a:r>
            <a:rPr lang="en-GB" sz="2300" kern="1200"/>
            <a:t> – removed duplicate and missing values </a:t>
          </a:r>
          <a:endParaRPr lang="en-US" sz="2300" kern="1200"/>
        </a:p>
      </dsp:txBody>
      <dsp:txXfrm>
        <a:off x="0" y="621220"/>
        <a:ext cx="11072107" cy="620690"/>
      </dsp:txXfrm>
    </dsp:sp>
    <dsp:sp modelId="{08AA94D8-467A-4AEA-995E-E73963A40AC2}">
      <dsp:nvSpPr>
        <dsp:cNvPr id="0" name=""/>
        <dsp:cNvSpPr/>
      </dsp:nvSpPr>
      <dsp:spPr>
        <a:xfrm>
          <a:off x="0" y="1241911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2D8C4-202C-4327-956D-FEE768C4E90D}">
      <dsp:nvSpPr>
        <dsp:cNvPr id="0" name=""/>
        <dsp:cNvSpPr/>
      </dsp:nvSpPr>
      <dsp:spPr>
        <a:xfrm>
          <a:off x="0" y="1241911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latin typeface="Bell MT"/>
            </a:rPr>
            <a:t> </a:t>
          </a:r>
          <a:r>
            <a:rPr lang="en-GB" sz="2300" kern="1200"/>
            <a:t>Columns renamed for better </a:t>
          </a:r>
          <a:r>
            <a:rPr lang="en-GB" sz="2300" kern="1200" err="1"/>
            <a:t>readibility</a:t>
          </a:r>
          <a:r>
            <a:rPr lang="en-GB" sz="2300" kern="1200"/>
            <a:t> </a:t>
          </a:r>
          <a:endParaRPr lang="en-US" sz="2300" kern="1200"/>
        </a:p>
      </dsp:txBody>
      <dsp:txXfrm>
        <a:off x="0" y="1241911"/>
        <a:ext cx="11072107" cy="620690"/>
      </dsp:txXfrm>
    </dsp:sp>
    <dsp:sp modelId="{FE5015A8-120F-45B6-8E89-F4866A96B1EB}">
      <dsp:nvSpPr>
        <dsp:cNvPr id="0" name=""/>
        <dsp:cNvSpPr/>
      </dsp:nvSpPr>
      <dsp:spPr>
        <a:xfrm>
          <a:off x="0" y="1862601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18431-BB95-4748-B005-EB2E6892FEC2}">
      <dsp:nvSpPr>
        <dsp:cNvPr id="0" name=""/>
        <dsp:cNvSpPr/>
      </dsp:nvSpPr>
      <dsp:spPr>
        <a:xfrm>
          <a:off x="0" y="1862601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Checked and corrected datatypes </a:t>
          </a:r>
          <a:endParaRPr lang="en-US" sz="2300" kern="1200"/>
        </a:p>
      </dsp:txBody>
      <dsp:txXfrm>
        <a:off x="0" y="1862601"/>
        <a:ext cx="11072107" cy="620690"/>
      </dsp:txXfrm>
    </dsp:sp>
    <dsp:sp modelId="{90BB229F-2710-4BCD-B0B4-75EEEDFFA3EA}">
      <dsp:nvSpPr>
        <dsp:cNvPr id="0" name=""/>
        <dsp:cNvSpPr/>
      </dsp:nvSpPr>
      <dsp:spPr>
        <a:xfrm>
          <a:off x="0" y="2483292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93521-5E14-4663-B733-FA38959C1F35}">
      <dsp:nvSpPr>
        <dsp:cNvPr id="0" name=""/>
        <dsp:cNvSpPr/>
      </dsp:nvSpPr>
      <dsp:spPr>
        <a:xfrm>
          <a:off x="0" y="2483292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EDA (Exploratory data analysis</a:t>
          </a:r>
          <a:r>
            <a:rPr lang="en-GB" sz="2300" kern="1200"/>
            <a:t>)-Compared state-wise educational performance</a:t>
          </a:r>
          <a:endParaRPr lang="en-US" sz="2300" kern="1200"/>
        </a:p>
      </dsp:txBody>
      <dsp:txXfrm>
        <a:off x="0" y="2483292"/>
        <a:ext cx="11072107" cy="620690"/>
      </dsp:txXfrm>
    </dsp:sp>
    <dsp:sp modelId="{D6A988BB-DEF2-4DCA-AEC7-5DB89D32D1F8}">
      <dsp:nvSpPr>
        <dsp:cNvPr id="0" name=""/>
        <dsp:cNvSpPr/>
      </dsp:nvSpPr>
      <dsp:spPr>
        <a:xfrm>
          <a:off x="0" y="3103982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CC8EC-137F-4094-90E6-5B0B932A695F}">
      <dsp:nvSpPr>
        <dsp:cNvPr id="0" name=""/>
        <dsp:cNvSpPr/>
      </dsp:nvSpPr>
      <dsp:spPr>
        <a:xfrm>
          <a:off x="0" y="3103982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Identified trends and patterns.</a:t>
          </a:r>
          <a:endParaRPr lang="en-US" sz="2300" kern="1200"/>
        </a:p>
      </dsp:txBody>
      <dsp:txXfrm>
        <a:off x="0" y="3103982"/>
        <a:ext cx="11072107" cy="620690"/>
      </dsp:txXfrm>
    </dsp:sp>
    <dsp:sp modelId="{B78205D2-6EDC-4591-AA09-4E32AADCDA29}">
      <dsp:nvSpPr>
        <dsp:cNvPr id="0" name=""/>
        <dsp:cNvSpPr/>
      </dsp:nvSpPr>
      <dsp:spPr>
        <a:xfrm>
          <a:off x="0" y="3724673"/>
          <a:ext cx="110721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9A216-35D6-49F0-A9A4-78EB189F701A}">
      <dsp:nvSpPr>
        <dsp:cNvPr id="0" name=""/>
        <dsp:cNvSpPr/>
      </dsp:nvSpPr>
      <dsp:spPr>
        <a:xfrm>
          <a:off x="0" y="3724673"/>
          <a:ext cx="11072107" cy="620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Data Visualization-</a:t>
          </a:r>
          <a:r>
            <a:rPr lang="en-GB" sz="2000" kern="1200"/>
            <a:t>Created bar </a:t>
          </a:r>
          <a:r>
            <a:rPr lang="en-GB" sz="2400" b="0" kern="1200">
              <a:latin typeface="Bell MT"/>
            </a:rPr>
            <a:t>charts, Line</a:t>
          </a:r>
          <a:r>
            <a:rPr lang="en-GB" sz="2400" b="0" kern="1200"/>
            <a:t> </a:t>
          </a:r>
          <a:r>
            <a:rPr lang="en-GB" sz="2400" b="0" kern="1200">
              <a:latin typeface="Bell MT"/>
            </a:rPr>
            <a:t>charts, Pie</a:t>
          </a:r>
          <a:r>
            <a:rPr lang="en-GB" sz="2000" kern="1200"/>
            <a:t> charts. </a:t>
          </a:r>
          <a:endParaRPr lang="en-US" sz="2000" kern="1200"/>
        </a:p>
      </dsp:txBody>
      <dsp:txXfrm>
        <a:off x="0" y="3724673"/>
        <a:ext cx="11072107" cy="620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0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5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5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7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6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7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7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4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0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1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7/17/2026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08062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2" r:id="rId6"/>
    <p:sldLayoutId id="2147483868" r:id="rId7"/>
    <p:sldLayoutId id="2147483869" r:id="rId8"/>
    <p:sldLayoutId id="2147483870" r:id="rId9"/>
    <p:sldLayoutId id="2147483871" r:id="rId10"/>
    <p:sldLayoutId id="21474838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67416F32-9D98-4340-82E8-E90CE00AD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8D85657-6A77-4466-887F-EE948B9CD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182D455B-C993-4AC2-BAC2-D5C9890C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600" y="532743"/>
            <a:ext cx="4500561" cy="576872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7200" i="1"/>
              <a:t>Indian education performance analysis</a:t>
            </a:r>
            <a:br>
              <a:rPr lang="en-US" sz="6800" i="1"/>
            </a:br>
            <a:br>
              <a:rPr lang="en-US" sz="6800" i="1"/>
            </a:br>
            <a:endParaRPr lang="en-US" sz="6800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AD1C12-60F8-3885-D97A-8E6C62C0EEC8}"/>
              </a:ext>
            </a:extLst>
          </p:cNvPr>
          <p:cNvSpPr txBox="1"/>
          <p:nvPr/>
        </p:nvSpPr>
        <p:spPr>
          <a:xfrm>
            <a:off x="5232400" y="4507200"/>
            <a:ext cx="6408738" cy="18095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700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spc="50"/>
              <a:t>Name - Jasmeen</a:t>
            </a:r>
            <a:endParaRPr lang="en-US" i="1" spc="50"/>
          </a:p>
          <a:p>
            <a:pPr indent="-2700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1" spc="50"/>
              <a:t>Course - B. Tech AI and ML</a:t>
            </a:r>
            <a:endParaRPr lang="en-US" i="1" spc="5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C0F758F-45EE-4D7B-AEC8-1F0FBA4CF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0"/>
            <a:ext cx="4946649" cy="4792115"/>
            <a:chOff x="6096000" y="0"/>
            <a:chExt cx="4946649" cy="4792115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6E007C2-3152-4316-9102-D76C4E77F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50534" y="0"/>
              <a:ext cx="4792115" cy="4792115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97CD397-C9CD-43FA-ABEF-9C3530B0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137620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28F1955-B870-064F-BA0C-BCC7B1AD9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76769" y="109859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effectLst>
            <a:softEdge rad="508000"/>
          </a:effec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96330" y="6146183"/>
            <a:ext cx="215042" cy="303784"/>
          </a:xfrm>
        </p:spPr>
        <p:txBody>
          <a:bodyPr>
            <a:normAutofit fontScale="62500" lnSpcReduction="20000"/>
          </a:bodyPr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6475C1-EB14-D3A4-FB92-574D92CBB7A4}"/>
              </a:ext>
            </a:extLst>
          </p:cNvPr>
          <p:cNvSpPr/>
          <p:nvPr/>
        </p:nvSpPr>
        <p:spPr>
          <a:xfrm>
            <a:off x="14865267" y="3992745"/>
            <a:ext cx="719116" cy="85238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en-GB" b="1">
              <a:solidFill>
                <a:schemeClr val="accent3">
                  <a:lumMod val="49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endParaRPr lang="en-GB" b="1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60" name="Freeform: Shape 59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F9CF4-D28C-333C-4C47-75B89534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143" y="286000"/>
            <a:ext cx="5015817" cy="21819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100" b="1" i="1" u="sng"/>
              <a:t>Company 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648F6-53A5-4E20-8DC9-7B81A51A0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06" y="-187964"/>
            <a:ext cx="4500562" cy="33616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endParaRPr lang="en-US" sz="1600" b="1"/>
          </a:p>
          <a:p>
            <a:pPr marL="269875" indent="-269875">
              <a:lnSpc>
                <a:spcPct val="115000"/>
              </a:lnSpc>
            </a:pPr>
            <a:r>
              <a:rPr lang="en-US" sz="1600" b="1"/>
              <a:t>Certification: ISO 9001:2015 Certified</a:t>
            </a:r>
            <a:endParaRPr lang="en-US" sz="160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/>
              <a:t>.    Specializations: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Web Development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Mobile Application Development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Custom Software Development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UI/UX Design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Hosting Services</a:t>
            </a:r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- Digital Marketing</a:t>
            </a:r>
          </a:p>
          <a:p>
            <a:pPr marL="269875" indent="-269875">
              <a:lnSpc>
                <a:spcPct val="115000"/>
              </a:lnSpc>
            </a:pPr>
            <a:endParaRPr lang="en-US" sz="1600">
              <a:latin typeface="Avenir Next LT Pro"/>
            </a:endParaRP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 b="1">
                <a:latin typeface="Bell MT"/>
              </a:rPr>
              <a:t>Services:</a:t>
            </a:r>
            <a:br>
              <a:rPr lang="en-GB" sz="1600" b="1">
                <a:latin typeface="Bell MT"/>
              </a:rPr>
            </a:br>
            <a:endParaRPr lang="en-GB" sz="1600">
              <a:latin typeface="Bell MT"/>
            </a:endParaRP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Advanced IT solutions supporting the entire business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Consulting to system development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Deployment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Quality Assurance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- 24x7 Support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endParaRPr lang="en-GB" sz="1600">
              <a:latin typeface="Bell MT"/>
            </a:endParaRP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Headquarters: Jalandhar</a:t>
            </a:r>
          </a:p>
          <a:p>
            <a:pPr marL="269875" indent="-269875">
              <a:lnSpc>
                <a:spcPct val="115000"/>
              </a:lnSpc>
              <a:spcBef>
                <a:spcPct val="0"/>
              </a:spcBef>
            </a:pPr>
            <a:r>
              <a:rPr lang="en-GB" sz="1600">
                <a:latin typeface="Bell MT"/>
              </a:rPr>
              <a:t>Branch Office: Hoshiarpur</a:t>
            </a:r>
            <a:endParaRPr lang="en-US" sz="1600"/>
          </a:p>
          <a:p>
            <a:pPr marL="269875" indent="-269875">
              <a:lnSpc>
                <a:spcPct val="115000"/>
              </a:lnSpc>
            </a:pPr>
            <a:endParaRPr lang="en-US" sz="1600"/>
          </a:p>
          <a:p>
            <a:pPr marL="269875" indent="-269875">
              <a:lnSpc>
                <a:spcPct val="115000"/>
              </a:lnSpc>
            </a:pPr>
            <a:endParaRPr lang="en-US" sz="1600"/>
          </a:p>
          <a:p>
            <a:pPr marL="269875" indent="-269875">
              <a:lnSpc>
                <a:spcPct val="115000"/>
              </a:lnSpc>
            </a:pPr>
            <a:endParaRPr lang="en-US" sz="1600"/>
          </a:p>
          <a:p>
            <a:pPr marL="269875" indent="-269875">
              <a:lnSpc>
                <a:spcPct val="115000"/>
              </a:lnSpc>
            </a:pPr>
            <a:r>
              <a:rPr lang="en-US" sz="1600"/>
              <a:t>Branch Office: Hoshiarpur</a:t>
            </a:r>
          </a:p>
        </p:txBody>
      </p:sp>
      <p:pic>
        <p:nvPicPr>
          <p:cNvPr id="5" name="Picture 4" descr="O7 Services (@o7services_hsp) • Instagram photos and videos">
            <a:extLst>
              <a:ext uri="{FF2B5EF4-FFF2-40B4-BE49-F238E27FC236}">
                <a16:creationId xmlns:a16="http://schemas.microsoft.com/office/drawing/2014/main" id="{459A9B00-8CCB-96E4-2842-D25EAD63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000" y="1629000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37F6730-8F76-4239-8CBA-B914B02A7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11E5CC-3C1F-4093-97B6-6433FBF9A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8D720AE-B07F-482D-B526-4A9C632DA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76F0BCA-E2AA-4AED-9091-1E820FF25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71D2B33-982E-4EC0-9252-B8A7383C9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250D86D-299E-4837-B82C-B97DACC97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74EFAF9-4DE5-4C1F-BF17-0A5930FFF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857D782-AB09-4CB1-A94A-54F935E709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4E95A3B-E29B-40AA-B9DD-FF0BA512F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A71F79C-8170-4729-A592-753969B849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AE5C556-02CA-4512-9F5F-7088484CF7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75FD132-C2ED-4807-B2DA-D428F9C44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71967F12-B0C4-4D31-8D63-89945DCD2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F2945-744B-3DDD-41FF-93D56454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5912725"/>
          </a:xfrm>
        </p:spPr>
        <p:txBody>
          <a:bodyPr anchor="t">
            <a:normAutofit/>
          </a:bodyPr>
          <a:lstStyle/>
          <a:p>
            <a:r>
              <a:rPr lang="en-GB" sz="9600" i="1"/>
              <a:t>Table of Content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166E3257-B4F7-3B11-1E7A-1CA5D1F20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373852"/>
              </p:ext>
            </p:extLst>
          </p:nvPr>
        </p:nvGraphicFramePr>
        <p:xfrm>
          <a:off x="5232400" y="540000"/>
          <a:ext cx="6408738" cy="575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493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BA10581-08F2-4D9E-8CB4-07ECFEE95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9E2092A-4250-4BDD-AC6C-CA57E30D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266875" cy="6858000"/>
            <a:chOff x="0" y="0"/>
            <a:chExt cx="7266875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1EE7D2-EB27-4C6C-8E54-CBCDDCA17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600"/>
              <a:ext cx="7266875" cy="6854400"/>
            </a:xfrm>
            <a:custGeom>
              <a:avLst/>
              <a:gdLst>
                <a:gd name="connsiteX0" fmla="*/ 3839675 w 7266875"/>
                <a:gd name="connsiteY0" fmla="*/ 0 h 6854400"/>
                <a:gd name="connsiteX1" fmla="*/ 7266875 w 7266875"/>
                <a:gd name="connsiteY1" fmla="*/ 3427200 h 6854400"/>
                <a:gd name="connsiteX2" fmla="*/ 3839675 w 7266875"/>
                <a:gd name="connsiteY2" fmla="*/ 6854400 h 6854400"/>
                <a:gd name="connsiteX3" fmla="*/ 3489264 w 7266875"/>
                <a:gd name="connsiteY3" fmla="*/ 6836706 h 6854400"/>
                <a:gd name="connsiteX4" fmla="*/ 3327588 w 7266875"/>
                <a:gd name="connsiteY4" fmla="*/ 6816161 h 6854400"/>
                <a:gd name="connsiteX5" fmla="*/ 3174464 w 7266875"/>
                <a:gd name="connsiteY5" fmla="*/ 6839531 h 6854400"/>
                <a:gd name="connsiteX6" fmla="*/ 2880000 w 7266875"/>
                <a:gd name="connsiteY6" fmla="*/ 6854400 h 6854400"/>
                <a:gd name="connsiteX7" fmla="*/ 0 w 7266875"/>
                <a:gd name="connsiteY7" fmla="*/ 3974400 h 6854400"/>
                <a:gd name="connsiteX8" fmla="*/ 226325 w 7266875"/>
                <a:gd name="connsiteY8" fmla="*/ 2853374 h 6854400"/>
                <a:gd name="connsiteX9" fmla="*/ 258015 w 7266875"/>
                <a:gd name="connsiteY9" fmla="*/ 2787590 h 6854400"/>
                <a:gd name="connsiteX10" fmla="*/ 224445 w 7266875"/>
                <a:gd name="connsiteY10" fmla="*/ 2657030 h 6854400"/>
                <a:gd name="connsiteX11" fmla="*/ 180561 w 7266875"/>
                <a:gd name="connsiteY11" fmla="*/ 2221714 h 6854400"/>
                <a:gd name="connsiteX12" fmla="*/ 2340561 w 7266875"/>
                <a:gd name="connsiteY12" fmla="*/ 61714 h 6854400"/>
                <a:gd name="connsiteX13" fmla="*/ 2828370 w 7266875"/>
                <a:gd name="connsiteY13" fmla="*/ 117025 h 6854400"/>
                <a:gd name="connsiteX14" fmla="*/ 2891183 w 7266875"/>
                <a:gd name="connsiteY14" fmla="*/ 134017 h 6854400"/>
                <a:gd name="connsiteX15" fmla="*/ 2983165 w 7266875"/>
                <a:gd name="connsiteY15" fmla="*/ 107897 h 6854400"/>
                <a:gd name="connsiteX16" fmla="*/ 3839675 w 7266875"/>
                <a:gd name="connsiteY16" fmla="*/ 0 h 685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66875" h="6854400">
                  <a:moveTo>
                    <a:pt x="3839675" y="0"/>
                  </a:moveTo>
                  <a:cubicBezTo>
                    <a:pt x="5732465" y="0"/>
                    <a:pt x="7266875" y="1534410"/>
                    <a:pt x="7266875" y="3427200"/>
                  </a:cubicBezTo>
                  <a:cubicBezTo>
                    <a:pt x="7266875" y="5319990"/>
                    <a:pt x="5732465" y="6854400"/>
                    <a:pt x="3839675" y="6854400"/>
                  </a:cubicBezTo>
                  <a:cubicBezTo>
                    <a:pt x="3721376" y="6854400"/>
                    <a:pt x="3604476" y="6848406"/>
                    <a:pt x="3489264" y="6836706"/>
                  </a:cubicBezTo>
                  <a:lnTo>
                    <a:pt x="3327588" y="6816161"/>
                  </a:lnTo>
                  <a:lnTo>
                    <a:pt x="3174464" y="6839531"/>
                  </a:lnTo>
                  <a:cubicBezTo>
                    <a:pt x="3077646" y="6849363"/>
                    <a:pt x="2979412" y="6854400"/>
                    <a:pt x="2880000" y="6854400"/>
                  </a:cubicBezTo>
                  <a:cubicBezTo>
                    <a:pt x="1289420" y="6854400"/>
                    <a:pt x="0" y="5564980"/>
                    <a:pt x="0" y="3974400"/>
                  </a:cubicBezTo>
                  <a:cubicBezTo>
                    <a:pt x="0" y="3576755"/>
                    <a:pt x="80589" y="3197933"/>
                    <a:pt x="226325" y="2853374"/>
                  </a:cubicBezTo>
                  <a:lnTo>
                    <a:pt x="258015" y="2787590"/>
                  </a:lnTo>
                  <a:lnTo>
                    <a:pt x="224445" y="2657030"/>
                  </a:lnTo>
                  <a:cubicBezTo>
                    <a:pt x="195672" y="2516419"/>
                    <a:pt x="180561" y="2370831"/>
                    <a:pt x="180561" y="2221714"/>
                  </a:cubicBezTo>
                  <a:cubicBezTo>
                    <a:pt x="180561" y="1028779"/>
                    <a:pt x="1147626" y="61714"/>
                    <a:pt x="2340561" y="61714"/>
                  </a:cubicBezTo>
                  <a:cubicBezTo>
                    <a:pt x="2508318" y="61714"/>
                    <a:pt x="2671608" y="80838"/>
                    <a:pt x="2828370" y="117025"/>
                  </a:cubicBezTo>
                  <a:lnTo>
                    <a:pt x="2891183" y="134017"/>
                  </a:lnTo>
                  <a:lnTo>
                    <a:pt x="2983165" y="107897"/>
                  </a:lnTo>
                  <a:cubicBezTo>
                    <a:pt x="3256928" y="37461"/>
                    <a:pt x="3543927" y="0"/>
                    <a:pt x="3839675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3CF8FD-0917-4279-B6E7-120EE392F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94400"/>
              <a:ext cx="5760000" cy="5760000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A3FA15-CF3D-4F2B-BB5C-18E5DB305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0561" y="61714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76AED5-83E6-4A3D-B609-7CCABAD4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2475" y="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ECB0AF-41FD-173A-545D-AB056124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020" y="833015"/>
            <a:ext cx="5193960" cy="5202026"/>
          </a:xfrm>
        </p:spPr>
        <p:txBody>
          <a:bodyPr anchor="ctr">
            <a:normAutofit/>
          </a:bodyPr>
          <a:lstStyle/>
          <a:p>
            <a:pPr algn="ctr"/>
            <a:r>
              <a:rPr lang="en-GB" sz="8000" i="1"/>
              <a:t>Introduction</a:t>
            </a:r>
            <a:r>
              <a:rPr lang="en-GB" sz="660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1C7D-92AC-D238-2636-7A6D29AA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891" y="540347"/>
            <a:ext cx="5219246" cy="5760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>
                <a:ea typeface="+mn-lt"/>
                <a:cs typeface="+mn-lt"/>
              </a:rPr>
              <a:t>-The </a:t>
            </a:r>
            <a:r>
              <a:rPr lang="en-GB" sz="2400" b="1">
                <a:ea typeface="+mn-lt"/>
                <a:cs typeface="+mn-lt"/>
              </a:rPr>
              <a:t>Indian School Performance Analysis</a:t>
            </a:r>
            <a:r>
              <a:rPr lang="en-GB" sz="2400">
                <a:ea typeface="+mn-lt"/>
                <a:cs typeface="+mn-lt"/>
              </a:rPr>
              <a:t> project aims to </a:t>
            </a:r>
            <a:r>
              <a:rPr lang="en-GB" sz="2400" err="1">
                <a:ea typeface="+mn-lt"/>
                <a:cs typeface="+mn-lt"/>
              </a:rPr>
              <a:t>analyze</a:t>
            </a:r>
            <a:r>
              <a:rPr lang="en-GB" sz="2400">
                <a:ea typeface="+mn-lt"/>
                <a:cs typeface="+mn-lt"/>
              </a:rPr>
              <a:t> educational data from schools across India.</a:t>
            </a:r>
          </a:p>
          <a:p>
            <a:pPr marL="0" indent="0">
              <a:buNone/>
            </a:pPr>
            <a:r>
              <a:rPr lang="en-GB" sz="2400">
                <a:ea typeface="+mn-lt"/>
                <a:cs typeface="+mn-lt"/>
              </a:rPr>
              <a:t>- It focuses on key factors such as </a:t>
            </a:r>
          </a:p>
          <a:p>
            <a:pPr marL="269875" indent="-269875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student </a:t>
            </a:r>
            <a:r>
              <a:rPr lang="en-GB" sz="2400" err="1">
                <a:ea typeface="+mn-lt"/>
                <a:cs typeface="+mn-lt"/>
              </a:rPr>
              <a:t>enrollment</a:t>
            </a:r>
            <a:endParaRPr lang="en-GB" sz="2400">
              <a:ea typeface="+mn-lt"/>
              <a:cs typeface="+mn-lt"/>
            </a:endParaRPr>
          </a:p>
          <a:p>
            <a:pPr marL="269875" indent="-269875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dropout rates  </a:t>
            </a:r>
          </a:p>
          <a:p>
            <a:pPr marL="269875" indent="-269875">
              <a:buFont typeface="Calibri" panose="020B0604020202020204" pitchFamily="34" charset="0"/>
              <a:buChar char="-"/>
            </a:pPr>
            <a:r>
              <a:rPr lang="en-GB" sz="2400">
                <a:ea typeface="+mn-lt"/>
                <a:cs typeface="+mn-lt"/>
              </a:rPr>
              <a:t>school infrastructure.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185486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7618-98A7-7DD1-30F5-8D84D87D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400" y="540000"/>
            <a:ext cx="8916735" cy="1809500"/>
          </a:xfrm>
        </p:spPr>
        <p:txBody>
          <a:bodyPr>
            <a:normAutofit/>
          </a:bodyPr>
          <a:lstStyle/>
          <a:p>
            <a:r>
              <a:rPr lang="en-GB" sz="6600" b="1" i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EC07-C488-1A2A-70A3-C71489D8D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743" y="2209573"/>
            <a:ext cx="11638164" cy="4099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en-GB" b="1">
                <a:ea typeface="+mn-lt"/>
                <a:cs typeface="+mn-lt"/>
              </a:rPr>
              <a:t>Educational performance varies across Indian states and UTs. </a:t>
            </a:r>
            <a:endParaRPr lang="en-GB" b="1"/>
          </a:p>
          <a:p>
            <a:pPr marL="269875" indent="-269875"/>
            <a:r>
              <a:rPr lang="en-GB" b="1">
                <a:ea typeface="+mn-lt"/>
                <a:cs typeface="+mn-lt"/>
              </a:rPr>
              <a:t>High dropout rates and unequal infrastructure remain major challenges. </a:t>
            </a:r>
            <a:endParaRPr lang="en-GB" b="1"/>
          </a:p>
          <a:p>
            <a:pPr marL="269875" indent="-269875"/>
            <a:r>
              <a:rPr lang="en-GB" b="1">
                <a:ea typeface="+mn-lt"/>
                <a:cs typeface="+mn-lt"/>
              </a:rPr>
              <a:t>Comparing educational indicators manually is difficult. </a:t>
            </a:r>
            <a:endParaRPr lang="en-GB" b="1"/>
          </a:p>
          <a:p>
            <a:pPr marL="269875" indent="-269875"/>
            <a:r>
              <a:rPr lang="en-GB" b="1">
                <a:ea typeface="+mn-lt"/>
                <a:cs typeface="+mn-lt"/>
              </a:rPr>
              <a:t>An interactive dashboard is needed to </a:t>
            </a:r>
            <a:r>
              <a:rPr lang="en-GB" b="1" err="1">
                <a:ea typeface="+mn-lt"/>
                <a:cs typeface="+mn-lt"/>
              </a:rPr>
              <a:t>analyze</a:t>
            </a:r>
            <a:r>
              <a:rPr lang="en-GB" b="1">
                <a:ea typeface="+mn-lt"/>
                <a:cs typeface="+mn-lt"/>
              </a:rPr>
              <a:t> trends and identify areas for improvement.</a:t>
            </a:r>
            <a:endParaRPr lang="en-GB" b="1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  <a:p>
            <a:pPr marL="269875" indent="-269875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64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70EB1-5BC3-F42C-71D0-5D0312429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686" y="460171"/>
            <a:ext cx="11101135" cy="1809500"/>
          </a:xfrm>
        </p:spPr>
        <p:txBody>
          <a:bodyPr anchor="t">
            <a:normAutofit/>
          </a:bodyPr>
          <a:lstStyle/>
          <a:p>
            <a:r>
              <a:rPr lang="en-GB" sz="6600" b="1" i="1"/>
              <a:t>Objectives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F7B32A2B-E595-D8D8-B4DC-82F649D24B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726958"/>
              </p:ext>
            </p:extLst>
          </p:nvPr>
        </p:nvGraphicFramePr>
        <p:xfrm>
          <a:off x="547007" y="2137002"/>
          <a:ext cx="11101388" cy="3779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543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2B10B-75F6-A122-F8CD-1D0A3662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315" y="286000"/>
            <a:ext cx="5062821" cy="1424096"/>
          </a:xfrm>
        </p:spPr>
        <p:txBody>
          <a:bodyPr anchor="b">
            <a:normAutofit/>
          </a:bodyPr>
          <a:lstStyle/>
          <a:p>
            <a:r>
              <a:rPr lang="en-GB" sz="6600" b="1" i="1"/>
              <a:t>Features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9B0102C2-4394-241B-1A85-CB727A464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9" r="23341" b="4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D46E-CCA2-8670-003C-575EEBE6C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263" y="2134321"/>
            <a:ext cx="5262787" cy="41744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Interactive dashboard for educational data analysis.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State-wise comparison of educational performance.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Analysis of dropout rates, </a:t>
            </a:r>
            <a:r>
              <a:rPr lang="en-GB" sz="2000" err="1">
                <a:ea typeface="+mn-lt"/>
                <a:cs typeface="+mn-lt"/>
              </a:rPr>
              <a:t>enrollment</a:t>
            </a:r>
            <a:r>
              <a:rPr lang="en-GB" sz="2000">
                <a:ea typeface="+mn-lt"/>
                <a:cs typeface="+mn-lt"/>
              </a:rPr>
              <a:t>, and infrastructure.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Clear visual representation using charts and graphs. 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r>
              <a:rPr lang="en-GB" sz="2000">
                <a:ea typeface="+mn-lt"/>
                <a:cs typeface="+mn-lt"/>
              </a:rPr>
              <a:t>Simple and user-friendly interface.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312828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0B89655-06C8-41C2-A46A-0CA83F8B8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647E4D5-C9B2-4EBE-B61C-8779B538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65" name="Rectangle 64">
              <a:extLst>
                <a:ext uri="{FF2B5EF4-FFF2-40B4-BE49-F238E27FC236}">
                  <a16:creationId xmlns:a16="http://schemas.microsoft.com/office/drawing/2014/main" id="{8EE79C2C-6A8F-4C04-93F4-E70E4E6EB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1D2E85C-8A74-4D69-9CE3-A4F5585D7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784F86B-F98F-4225-9238-BB254A94FA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67130A1-17AF-49F5-AE3A-AEB12135E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37697CF-3192-412A-922F-144889C50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9238514-DBDA-4E0D-901C-49A58D8E9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06C7DBB-1DE7-41D3-AD80-308DC0149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6FF20D1-2FA9-49A6-BA1A-312C85C44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25C80E8-283A-445C-9242-3D816C339D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F8E2446-B198-461A-A993-2DAA018E7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2B76E018-D3DB-4222-BFF9-ADBDC9A0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03AF4-3983-FD4C-5BF3-883AAEDA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" y="1570514"/>
            <a:ext cx="5458502" cy="6043353"/>
          </a:xfrm>
        </p:spPr>
        <p:txBody>
          <a:bodyPr anchor="t">
            <a:normAutofit/>
          </a:bodyPr>
          <a:lstStyle/>
          <a:p>
            <a:br>
              <a:rPr lang="en-GB" sz="6200"/>
            </a:br>
            <a:r>
              <a:rPr lang="en-GB" sz="6600" b="1" i="1"/>
              <a:t>Requirements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6A926CE0-93E5-8A30-DD84-21620FE0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170" y="472554"/>
            <a:ext cx="7199766" cy="59148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GB" sz="2000" b="1"/>
          </a:p>
          <a:p>
            <a:pPr marL="269875" indent="-269875"/>
            <a:r>
              <a:rPr lang="en-GB" sz="2000" b="1"/>
              <a:t>Python - </a:t>
            </a:r>
            <a:r>
              <a:rPr lang="en-GB" sz="2000"/>
              <a:t>Core programming language</a:t>
            </a:r>
          </a:p>
          <a:p>
            <a:pPr marL="0" indent="0">
              <a:buNone/>
            </a:pPr>
            <a:r>
              <a:rPr lang="en-GB" sz="2000" b="1"/>
              <a:t>   Python libraries -:</a:t>
            </a:r>
          </a:p>
          <a:p>
            <a:pPr marL="269875" indent="-269875"/>
            <a:r>
              <a:rPr lang="en-GB" sz="2000" b="1"/>
              <a:t>Pandas - </a:t>
            </a:r>
            <a:r>
              <a:rPr lang="en-GB" sz="2000"/>
              <a:t>Data cleaning and analysis</a:t>
            </a:r>
          </a:p>
          <a:p>
            <a:pPr marL="269875" indent="-269875"/>
            <a:r>
              <a:rPr lang="en-GB" sz="2000" b="1"/>
              <a:t>NumPy - </a:t>
            </a:r>
            <a:r>
              <a:rPr lang="en-GB" sz="2000"/>
              <a:t>Numerical computations</a:t>
            </a:r>
          </a:p>
          <a:p>
            <a:pPr marL="269875" indent="-269875"/>
            <a:r>
              <a:rPr lang="en-GB" sz="2000" b="1"/>
              <a:t> Seaborn </a:t>
            </a:r>
            <a:r>
              <a:rPr lang="en-GB" sz="2000"/>
              <a:t>– for  data visualization </a:t>
            </a:r>
          </a:p>
          <a:p>
            <a:pPr marL="269875" indent="-269875"/>
            <a:r>
              <a:rPr lang="en-GB" sz="2000" b="1" err="1"/>
              <a:t>Streamlit</a:t>
            </a:r>
            <a:r>
              <a:rPr lang="en-GB" sz="2000" b="1"/>
              <a:t> - </a:t>
            </a:r>
            <a:r>
              <a:rPr lang="en-GB" sz="2000"/>
              <a:t>Interactive dashboard</a:t>
            </a:r>
          </a:p>
          <a:p>
            <a:pPr marL="269875" indent="-269875"/>
            <a:r>
              <a:rPr lang="en-GB" sz="2000" b="1"/>
              <a:t>VS Code - </a:t>
            </a:r>
            <a:r>
              <a:rPr lang="en-GB" sz="2000"/>
              <a:t>Code editor and development environment</a:t>
            </a:r>
          </a:p>
          <a:p>
            <a:pPr marL="342900" indent="-342900"/>
            <a:r>
              <a:rPr lang="en-GB" sz="2000" b="1" err="1"/>
              <a:t>Plotly</a:t>
            </a:r>
            <a:r>
              <a:rPr lang="en-GB" sz="2000" b="1"/>
              <a:t> – </a:t>
            </a:r>
            <a:r>
              <a:rPr lang="en-GB" sz="2000">
                <a:ea typeface="+mn-lt"/>
                <a:cs typeface="+mn-lt"/>
              </a:rPr>
              <a:t>It allows to zoom, hover over points, interact with visualizations, making data analysis more effective.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840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7F832D9-9E09-40D4-AD67-47851A25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4CEEB-6130-6073-272A-9F73AB69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44" y="271486"/>
            <a:ext cx="12320333" cy="1809500"/>
          </a:xfrm>
        </p:spPr>
        <p:txBody>
          <a:bodyPr anchor="t">
            <a:normAutofit/>
          </a:bodyPr>
          <a:lstStyle/>
          <a:p>
            <a:r>
              <a:rPr lang="en-GB" sz="5400" b="1" i="1">
                <a:latin typeface="Avenir Next LT Pro"/>
              </a:rPr>
              <a:t>Data collection and preprocessing </a:t>
            </a:r>
          </a:p>
        </p:txBody>
      </p:sp>
      <p:graphicFrame>
        <p:nvGraphicFramePr>
          <p:cNvPr id="55" name="Content Placeholder 28">
            <a:extLst>
              <a:ext uri="{FF2B5EF4-FFF2-40B4-BE49-F238E27FC236}">
                <a16:creationId xmlns:a16="http://schemas.microsoft.com/office/drawing/2014/main" id="{6BC10028-449D-5544-FDA0-6F9FB00DF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053716"/>
              </p:ext>
            </p:extLst>
          </p:nvPr>
        </p:nvGraphicFramePr>
        <p:xfrm>
          <a:off x="198914" y="1585459"/>
          <a:ext cx="11072108" cy="4345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7057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37A4C-E4AA-48E7-B8A3-D79FB7F4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173" y="206172"/>
            <a:ext cx="11351302" cy="1172937"/>
          </a:xfrm>
        </p:spPr>
        <p:txBody>
          <a:bodyPr anchor="t">
            <a:noAutofit/>
          </a:bodyPr>
          <a:lstStyle/>
          <a:p>
            <a:r>
              <a:rPr lang="en-GB" sz="5400" b="1" i="1">
                <a:latin typeface="Avenir Next LT Pro"/>
              </a:rPr>
              <a:t>Results and Visualizations</a:t>
            </a:r>
            <a:endParaRPr lang="en-US" sz="5400" b="1" err="1"/>
          </a:p>
        </p:txBody>
      </p:sp>
      <p:pic>
        <p:nvPicPr>
          <p:cNvPr id="29" name="Picture 28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F899220A-227C-6507-FB99-A6259BCDF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3" y="1707697"/>
            <a:ext cx="5432876" cy="4676322"/>
          </a:xfrm>
          <a:prstGeom prst="rect">
            <a:avLst/>
          </a:prstGeom>
        </p:spPr>
      </p:pic>
      <p:pic>
        <p:nvPicPr>
          <p:cNvPr id="37" name="Content Placeholder 36" descr="A screenshot of a graph&#10;&#10;AI-generated content may be incorrect.">
            <a:extLst>
              <a:ext uri="{FF2B5EF4-FFF2-40B4-BE49-F238E27FC236}">
                <a16:creationId xmlns:a16="http://schemas.microsoft.com/office/drawing/2014/main" id="{C2738AAD-D880-B2BF-7140-B5B956DA2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43371" y="1701735"/>
            <a:ext cx="6369479" cy="489711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A4523DF-9D73-67CD-9C0F-2A1D428F9D8A}"/>
              </a:ext>
            </a:extLst>
          </p:cNvPr>
          <p:cNvSpPr txBox="1"/>
          <p:nvPr/>
        </p:nvSpPr>
        <p:spPr>
          <a:xfrm>
            <a:off x="118292" y="1179285"/>
            <a:ext cx="52723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/>
              <a:t>Dropout rates by Education level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0D764-2E05-35AB-68A9-84529CCDDD66}"/>
              </a:ext>
            </a:extLst>
          </p:cNvPr>
          <p:cNvSpPr txBox="1"/>
          <p:nvPr/>
        </p:nvSpPr>
        <p:spPr>
          <a:xfrm>
            <a:off x="8071521" y="1120282"/>
            <a:ext cx="46879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err="1"/>
              <a:t>Dashboar</a:t>
            </a:r>
            <a:r>
              <a:rPr lang="en-GB" sz="2800" b="1"/>
              <a:t>d </a:t>
            </a:r>
          </a:p>
        </p:txBody>
      </p:sp>
    </p:spTree>
    <p:extLst>
      <p:ext uri="{BB962C8B-B14F-4D97-AF65-F5344CB8AC3E}">
        <p14:creationId xmlns:p14="http://schemas.microsoft.com/office/powerpoint/2010/main" val="31621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A9CD3E6-968F-41B1-B6FA-C6FD9B72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97970-9C7B-D939-97F0-4709D918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000" y="206171"/>
            <a:ext cx="4500561" cy="1953501"/>
          </a:xfrm>
        </p:spPr>
        <p:txBody>
          <a:bodyPr anchor="t">
            <a:normAutofit/>
          </a:bodyPr>
          <a:lstStyle/>
          <a:p>
            <a:r>
              <a:rPr lang="en-GB" sz="6600" b="1" i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E2725-42BF-9476-134C-7E1926CDD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1185886"/>
            <a:ext cx="6408738" cy="5768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Compared state-wise educational performance.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Identified key trends in </a:t>
            </a:r>
            <a:r>
              <a:rPr lang="en-GB" err="1">
                <a:ea typeface="+mn-lt"/>
                <a:cs typeface="+mn-lt"/>
              </a:rPr>
              <a:t>enrollment</a:t>
            </a:r>
            <a:r>
              <a:rPr lang="en-GB">
                <a:ea typeface="+mn-lt"/>
                <a:cs typeface="+mn-lt"/>
              </a:rPr>
              <a:t>, dropout rates, and school infrastructure.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Visualized the data using charts and graphs for better understanding.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Generated meaningful insights to support educational planning and decision-making.</a:t>
            </a:r>
            <a:endParaRPr lang="en-GB"/>
          </a:p>
          <a:p>
            <a:pPr marL="269875" indent="-269875"/>
            <a:r>
              <a:rPr lang="en-GB">
                <a:ea typeface="+mn-lt"/>
                <a:cs typeface="+mn-lt"/>
              </a:rPr>
              <a:t>Demonstrated the effective use of Python for data analysis and visualization.</a:t>
            </a:r>
            <a:endParaRPr lang="en-GB"/>
          </a:p>
          <a:p>
            <a:pPr marL="269875" indent="-269875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76036C-C247-4F63-AE7F-2ADB1D496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671579"/>
            <a:ext cx="4946649" cy="4792115"/>
            <a:chOff x="0" y="1671579"/>
            <a:chExt cx="4946649" cy="479211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6E007C2-3152-4316-9102-D76C4E77F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534" y="1671579"/>
              <a:ext cx="4792115" cy="4792115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97CD397-C9CD-43FA-ABEF-9C3530B0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115933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EED7108-55E7-390D-90F4-1BB6F0AB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55" y="1393371"/>
            <a:ext cx="5213804" cy="50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7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BD9D8-50F0-5B0C-13AA-279F0D2E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715" y="-737257"/>
            <a:ext cx="5084592" cy="2215124"/>
          </a:xfrm>
        </p:spPr>
        <p:txBody>
          <a:bodyPr anchor="b">
            <a:normAutofit/>
          </a:bodyPr>
          <a:lstStyle/>
          <a:p>
            <a:r>
              <a:rPr lang="en-GB" b="1" i="1"/>
              <a:t>Future Scope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55F5D993-92BE-16F8-9D9B-838D4DDBE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24" r="14316" b="-2"/>
          <a:stretch>
            <a:fillRect/>
          </a:stretch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8C0EB-FAA7-4080-D678-BA06E1E5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2178" y="1778721"/>
            <a:ext cx="5139415" cy="41816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69875" indent="-269875">
              <a:lnSpc>
                <a:spcPct val="115000"/>
              </a:lnSpc>
            </a:pPr>
            <a:endParaRPr lang="en-GB" sz="1600"/>
          </a:p>
          <a:p>
            <a:pPr marL="269875" indent="-269875">
              <a:lnSpc>
                <a:spcPct val="114999"/>
              </a:lnSpc>
            </a:pPr>
            <a:r>
              <a:rPr lang="en-GB" sz="2000">
                <a:ea typeface="+mn-lt"/>
                <a:cs typeface="+mn-lt"/>
              </a:rPr>
              <a:t>Perform </a:t>
            </a:r>
            <a:r>
              <a:rPr lang="en-GB" sz="2000" b="1">
                <a:ea typeface="+mn-lt"/>
                <a:cs typeface="+mn-lt"/>
              </a:rPr>
              <a:t>district-level or school-level analysis</a:t>
            </a:r>
            <a:r>
              <a:rPr lang="en-GB" sz="2000">
                <a:ea typeface="+mn-lt"/>
                <a:cs typeface="+mn-lt"/>
              </a:rPr>
              <a:t> for more detailed educational insights.</a:t>
            </a:r>
            <a:endParaRPr lang="en-GB" sz="2000"/>
          </a:p>
          <a:p>
            <a:pPr marL="269875" indent="-269875">
              <a:lnSpc>
                <a:spcPct val="114999"/>
              </a:lnSpc>
            </a:pPr>
            <a:r>
              <a:rPr lang="en-GB" sz="2000"/>
              <a:t>Use machine learning to predict future </a:t>
            </a:r>
            <a:r>
              <a:rPr lang="en-GB" sz="2000" err="1"/>
              <a:t>enrollment</a:t>
            </a:r>
            <a:r>
              <a:rPr lang="en-GB" sz="2000"/>
              <a:t> and dropout rates.</a:t>
            </a:r>
          </a:p>
          <a:p>
            <a:pPr marL="269875" indent="-269875">
              <a:lnSpc>
                <a:spcPct val="114999"/>
              </a:lnSpc>
            </a:pPr>
            <a:r>
              <a:rPr lang="en-GB" sz="2000"/>
              <a:t>Expand the analysis by including additional educational factors.</a:t>
            </a:r>
          </a:p>
          <a:p>
            <a:pPr marL="269875" indent="-269875">
              <a:lnSpc>
                <a:spcPct val="114999"/>
              </a:lnSpc>
            </a:pPr>
            <a:r>
              <a:rPr lang="en-GB" sz="2000">
                <a:ea typeface="+mn-lt"/>
                <a:cs typeface="+mn-lt"/>
              </a:rPr>
              <a:t>Enhance the dashboard with advanced features.</a:t>
            </a:r>
            <a:endParaRPr lang="en-GB" sz="2000"/>
          </a:p>
          <a:p>
            <a:pPr marL="269875" indent="-269875">
              <a:lnSpc>
                <a:spcPct val="115000"/>
              </a:lnSpc>
            </a:pP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728317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BF4E480B-94D6-46F9-A2B6-B98D311FD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6DC8E2D9-6729-4614-8667-C1016D31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B9AACA9-BD92-429F-8047-0731DB46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46D8F9-B18B-42F5-B320-22E156F4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980DF08-8878-4A99-871A-573EBF4F3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E0FF3E7-007F-48E0-8352-89CE4375B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02DE4FC-8B38-40C7-A2F5-CBD4C6592E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97C509-DDA4-4291-88B3-8E2B146099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6345897-50D9-424E-A94E-18A63AEE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6E6E08-BABA-49E9-884E-480584915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A4D171-C865-A79D-171D-66145094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7" y="545126"/>
            <a:ext cx="9217026" cy="37839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96325778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GlowVTI</vt:lpstr>
      <vt:lpstr>Indian education performance analysis  </vt:lpstr>
      <vt:lpstr>Company profile</vt:lpstr>
      <vt:lpstr>Table of Content</vt:lpstr>
      <vt:lpstr>Introduction </vt:lpstr>
      <vt:lpstr>Problem Statement</vt:lpstr>
      <vt:lpstr>Objectives</vt:lpstr>
      <vt:lpstr>Features</vt:lpstr>
      <vt:lpstr> Requirements</vt:lpstr>
      <vt:lpstr>Data collection and preprocessing </vt:lpstr>
      <vt:lpstr>Results and Visualizations</vt:lpstr>
      <vt:lpstr>Conclusion</vt:lpstr>
      <vt:lpstr>Future Scope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</cp:revision>
  <dcterms:created xsi:type="dcterms:W3CDTF">2026-07-02T10:06:53Z</dcterms:created>
  <dcterms:modified xsi:type="dcterms:W3CDTF">2026-07-18T03:44:42Z</dcterms:modified>
</cp:coreProperties>
</file>